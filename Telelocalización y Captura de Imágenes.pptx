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5" r:id="rId6"/>
    <p:sldId id="259" r:id="rId7"/>
    <p:sldId id="264" r:id="rId8"/>
    <p:sldId id="266" r:id="rId9"/>
    <p:sldId id="267" r:id="rId10"/>
    <p:sldId id="268" r:id="rId11"/>
    <p:sldId id="262" r:id="rId12"/>
    <p:sldId id="263" r:id="rId13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62" autoAdjust="0"/>
    <p:restoredTop sz="94660"/>
  </p:normalViewPr>
  <p:slideViewPr>
    <p:cSldViewPr snapToGrid="0">
      <p:cViewPr varScale="1">
        <p:scale>
          <a:sx n="58" d="100"/>
          <a:sy n="58" d="100"/>
        </p:scale>
        <p:origin x="-72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7754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94883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40877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0378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34000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50140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8904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34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381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550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16057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66D49-C998-4448-A9A4-08248D17FD06}" type="datetimeFigureOut">
              <a:rPr lang="es-PE" smtClean="0"/>
              <a:t>23/11/2015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60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Telelocalización y Captura de Imágenes</a:t>
            </a:r>
            <a:endParaRPr lang="es-PE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PE" sz="3600" dirty="0" smtClean="0"/>
              <a:t>Para Mejorar una Base de Datos Criminalística del Robo de Vehículos en la Ciudad de Lima</a:t>
            </a:r>
            <a:endParaRPr lang="es-PE" sz="3600" dirty="0"/>
          </a:p>
        </p:txBody>
      </p:sp>
    </p:spTree>
    <p:extLst>
      <p:ext uri="{BB962C8B-B14F-4D97-AF65-F5344CB8AC3E}">
        <p14:creationId xmlns:p14="http://schemas.microsoft.com/office/powerpoint/2010/main" val="406508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00B050"/>
                </a:solidFill>
              </a:rPr>
              <a:t>Telelocalización</a:t>
            </a:r>
            <a:r>
              <a:rPr lang="es-PE" dirty="0" smtClean="0"/>
              <a:t> y</a:t>
            </a:r>
            <a:br>
              <a:rPr lang="es-PE" dirty="0" smtClean="0"/>
            </a:br>
            <a:r>
              <a:rPr lang="es-PE" dirty="0" smtClean="0"/>
              <a:t>Captura de Imágenes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908753"/>
            <a:ext cx="10515600" cy="4351338"/>
          </a:xfrm>
        </p:spPr>
        <p:txBody>
          <a:bodyPr/>
          <a:lstStyle/>
          <a:p>
            <a:endParaRPr lang="es-PE" dirty="0" smtClean="0"/>
          </a:p>
          <a:p>
            <a:r>
              <a:rPr lang="es-PE" dirty="0" smtClean="0"/>
              <a:t>Localización remota en tiempo real</a:t>
            </a:r>
          </a:p>
          <a:p>
            <a:r>
              <a:rPr lang="es-PE" dirty="0" smtClean="0"/>
              <a:t>Basado en sistemas GPS y GSM</a:t>
            </a:r>
          </a:p>
          <a:p>
            <a:r>
              <a:rPr lang="es-PE" dirty="0" smtClean="0"/>
              <a:t>Uso de modem inalámbricos para la transmisión</a:t>
            </a:r>
          </a:p>
          <a:p>
            <a:r>
              <a:rPr lang="es-PE" dirty="0" smtClean="0"/>
              <a:t>Movilidad y comunicación</a:t>
            </a:r>
          </a:p>
          <a:p>
            <a:r>
              <a:rPr lang="es-PE" dirty="0" smtClean="0"/>
              <a:t>Enfocado a automóviles</a:t>
            </a:r>
          </a:p>
          <a:p>
            <a:pPr marL="0" indent="0">
              <a:buNone/>
            </a:pP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6385" y="4084422"/>
            <a:ext cx="3944389" cy="236609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88" b="21052"/>
          <a:stretch/>
        </p:blipFill>
        <p:spPr>
          <a:xfrm>
            <a:off x="6646718" y="5023429"/>
            <a:ext cx="2438400" cy="145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97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 smtClean="0"/>
              <a:t>Telelocalización y</a:t>
            </a:r>
            <a:br>
              <a:rPr lang="es-PE" dirty="0" smtClean="0"/>
            </a:br>
            <a:r>
              <a:rPr lang="es-PE" b="1" dirty="0" smtClean="0">
                <a:solidFill>
                  <a:srgbClr val="0070C0"/>
                </a:solidFill>
              </a:rPr>
              <a:t>Captura de Imágenes</a:t>
            </a:r>
            <a:endParaRPr lang="es-PE" b="1" dirty="0">
              <a:solidFill>
                <a:srgbClr val="0070C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PE" dirty="0" smtClean="0"/>
          </a:p>
          <a:p>
            <a:r>
              <a:rPr lang="es-PE" dirty="0" smtClean="0"/>
              <a:t>Fotos del </a:t>
            </a:r>
            <a:r>
              <a:rPr lang="es-PE" dirty="0" smtClean="0"/>
              <a:t>interior o exterior </a:t>
            </a:r>
            <a:r>
              <a:rPr lang="es-PE" dirty="0" smtClean="0"/>
              <a:t>del automóvil</a:t>
            </a:r>
          </a:p>
          <a:p>
            <a:r>
              <a:rPr lang="es-PE" dirty="0" smtClean="0"/>
              <a:t>Uso de cámaras </a:t>
            </a:r>
            <a:r>
              <a:rPr lang="es-PE" dirty="0" err="1" smtClean="0"/>
              <a:t>infrarojas</a:t>
            </a:r>
            <a:endParaRPr lang="es-PE" dirty="0" smtClean="0"/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586025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OBJETIVOS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306120" y="2192482"/>
            <a:ext cx="2576946" cy="1063048"/>
          </a:xfrm>
        </p:spPr>
        <p:txBody>
          <a:bodyPr>
            <a:noAutofit/>
          </a:bodyPr>
          <a:lstStyle/>
          <a:p>
            <a:r>
              <a:rPr lang="es-PE" sz="3200" dirty="0" smtClean="0"/>
              <a:t>Desarrollar un prototipo</a:t>
            </a:r>
            <a:endParaRPr lang="es-PE" sz="3200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838198" y="3026782"/>
            <a:ext cx="3089563" cy="1386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3200" dirty="0" smtClean="0">
                <a:solidFill>
                  <a:srgbClr val="00B050"/>
                </a:solidFill>
              </a:rPr>
              <a:t>Telelocalización</a:t>
            </a:r>
            <a:r>
              <a:rPr lang="es-PE" sz="3200" dirty="0" smtClean="0"/>
              <a:t> y </a:t>
            </a:r>
            <a:r>
              <a:rPr lang="es-PE" sz="3200" dirty="0" smtClean="0">
                <a:solidFill>
                  <a:srgbClr val="0070C0"/>
                </a:solidFill>
              </a:rPr>
              <a:t>Captura de Imágenes</a:t>
            </a:r>
            <a:endParaRPr lang="es-PE" sz="3200" dirty="0">
              <a:solidFill>
                <a:srgbClr val="0070C0"/>
              </a:solidFill>
            </a:endParaRPr>
          </a:p>
        </p:txBody>
      </p:sp>
      <p:sp>
        <p:nvSpPr>
          <p:cNvPr id="5" name="Marcador de contenido 2"/>
          <p:cNvSpPr txBox="1">
            <a:spLocks/>
          </p:cNvSpPr>
          <p:nvPr/>
        </p:nvSpPr>
        <p:spPr>
          <a:xfrm>
            <a:off x="4338309" y="4402776"/>
            <a:ext cx="2757879" cy="7928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sz="3200" dirty="0" smtClean="0"/>
              <a:t>Implementar un servidor</a:t>
            </a:r>
            <a:endParaRPr lang="es-PE" sz="3200" dirty="0"/>
          </a:p>
        </p:txBody>
      </p:sp>
      <p:cxnSp>
        <p:nvCxnSpPr>
          <p:cNvPr id="7" name="Conector recto 6"/>
          <p:cNvCxnSpPr/>
          <p:nvPr/>
        </p:nvCxnSpPr>
        <p:spPr>
          <a:xfrm>
            <a:off x="4123707" y="2182089"/>
            <a:ext cx="0" cy="3075709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echa derecha 8"/>
          <p:cNvSpPr/>
          <p:nvPr/>
        </p:nvSpPr>
        <p:spPr>
          <a:xfrm rot="2464850">
            <a:off x="7191662" y="2514371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2" name="Marcador de contenido 2"/>
          <p:cNvSpPr txBox="1">
            <a:spLocks/>
          </p:cNvSpPr>
          <p:nvPr/>
        </p:nvSpPr>
        <p:spPr>
          <a:xfrm>
            <a:off x="7975388" y="2940584"/>
            <a:ext cx="3491285" cy="1558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dirty="0" smtClean="0"/>
              <a:t>Incrementar una base de datos criminalística del robo de vehículos</a:t>
            </a:r>
            <a:endParaRPr lang="es-PE" dirty="0"/>
          </a:p>
        </p:txBody>
      </p:sp>
      <p:sp>
        <p:nvSpPr>
          <p:cNvPr id="13" name="Flecha derecha 8"/>
          <p:cNvSpPr/>
          <p:nvPr/>
        </p:nvSpPr>
        <p:spPr>
          <a:xfrm rot="19587048">
            <a:off x="7186881" y="4329270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4" name="Marcador de contenido 2"/>
          <p:cNvSpPr txBox="1">
            <a:spLocks/>
          </p:cNvSpPr>
          <p:nvPr/>
        </p:nvSpPr>
        <p:spPr>
          <a:xfrm>
            <a:off x="5309580" y="3454183"/>
            <a:ext cx="449337" cy="5315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PE" sz="4000" b="1" dirty="0" smtClean="0"/>
              <a:t>+</a:t>
            </a:r>
            <a:endParaRPr lang="es-PE" sz="4000" b="1" dirty="0"/>
          </a:p>
        </p:txBody>
      </p:sp>
    </p:spTree>
    <p:extLst>
      <p:ext uri="{BB962C8B-B14F-4D97-AF65-F5344CB8AC3E}">
        <p14:creationId xmlns:p14="http://schemas.microsoft.com/office/powerpoint/2010/main" val="2993153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IMPORTANCIA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2365952"/>
            <a:ext cx="4637809" cy="2538557"/>
          </a:xfrm>
        </p:spPr>
        <p:txBody>
          <a:bodyPr/>
          <a:lstStyle/>
          <a:p>
            <a:pPr marL="0" indent="0" algn="ctr">
              <a:buNone/>
            </a:pPr>
            <a:r>
              <a:rPr lang="es-PE" b="1" dirty="0" smtClean="0"/>
              <a:t>Tecnológica</a:t>
            </a:r>
          </a:p>
          <a:p>
            <a:pPr lvl="1"/>
            <a:r>
              <a:rPr lang="es-PE" dirty="0" smtClean="0"/>
              <a:t>Hardware basado en módulos</a:t>
            </a:r>
          </a:p>
          <a:p>
            <a:pPr lvl="1"/>
            <a:r>
              <a:rPr lang="es-PE" dirty="0" smtClean="0"/>
              <a:t>Servidor básico con </a:t>
            </a:r>
            <a:r>
              <a:rPr lang="es-PE" dirty="0" smtClean="0"/>
              <a:t>almacenamiento de imágenes</a:t>
            </a:r>
            <a:endParaRPr lang="es-PE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6012873" y="2365951"/>
            <a:ext cx="4637809" cy="2538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b="1" dirty="0" smtClean="0"/>
              <a:t>Social</a:t>
            </a:r>
          </a:p>
          <a:p>
            <a:pPr lvl="1"/>
            <a:r>
              <a:rPr lang="es-PE" dirty="0" smtClean="0"/>
              <a:t>Ubicar automóviles en caso de robo</a:t>
            </a:r>
          </a:p>
          <a:p>
            <a:pPr lvl="1"/>
            <a:r>
              <a:rPr lang="es-PE" dirty="0" smtClean="0"/>
              <a:t>Fotos del chofer y copiloto</a:t>
            </a:r>
          </a:p>
          <a:p>
            <a:pPr lvl="1"/>
            <a:r>
              <a:rPr lang="es-PE" dirty="0" smtClean="0"/>
              <a:t>Evidencia para las autoridades</a:t>
            </a:r>
          </a:p>
        </p:txBody>
      </p:sp>
    </p:spTree>
    <p:extLst>
      <p:ext uri="{BB962C8B-B14F-4D97-AF65-F5344CB8AC3E}">
        <p14:creationId xmlns:p14="http://schemas.microsoft.com/office/powerpoint/2010/main" val="178469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FF0000"/>
                </a:solidFill>
              </a:rPr>
              <a:t>PROBLEMATICA</a:t>
            </a:r>
            <a:endParaRPr lang="es-PE" b="1" dirty="0">
              <a:solidFill>
                <a:srgbClr val="FF000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Incremento del robo de automóviles</a:t>
            </a:r>
          </a:p>
          <a:p>
            <a:r>
              <a:rPr lang="es-PE" dirty="0" smtClean="0"/>
              <a:t>20 robos por día</a:t>
            </a:r>
          </a:p>
          <a:p>
            <a:r>
              <a:rPr lang="es-PE" dirty="0" smtClean="0"/>
              <a:t>46% del total de robos a nivel nacional ocurre en Lima</a:t>
            </a:r>
          </a:p>
          <a:p>
            <a:r>
              <a:rPr lang="es-PE" dirty="0" smtClean="0"/>
              <a:t>No existe evidencia</a:t>
            </a: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1818" y="4430722"/>
            <a:ext cx="2088572" cy="1912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58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939342" y="2066440"/>
            <a:ext cx="526650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IMPLEMENTACIÓN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FUNCIONAMIENTO</a:t>
            </a:r>
            <a:endParaRPr lang="es-PE" sz="4000" dirty="0" smtClean="0"/>
          </a:p>
          <a:p>
            <a:pPr marL="342900" indent="-342900">
              <a:buAutoNum type="arabicPeriod"/>
            </a:pPr>
            <a:r>
              <a:rPr lang="es-PE" sz="4000" dirty="0" smtClean="0"/>
              <a:t>PRUEBAS</a:t>
            </a:r>
            <a:endParaRPr lang="es-PE" sz="4000" dirty="0"/>
          </a:p>
        </p:txBody>
      </p:sp>
      <p:sp>
        <p:nvSpPr>
          <p:cNvPr id="15" name="14 Rectángulo redondeado"/>
          <p:cNvSpPr/>
          <p:nvPr/>
        </p:nvSpPr>
        <p:spPr>
          <a:xfrm>
            <a:off x="2090057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3624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4769552" y="4212771"/>
            <a:ext cx="6584247" cy="1964192"/>
          </a:xfrm>
        </p:spPr>
        <p:txBody>
          <a:bodyPr/>
          <a:lstStyle/>
          <a:p>
            <a:pPr algn="r"/>
            <a:r>
              <a:rPr lang="es-ES" dirty="0" smtClean="0"/>
              <a:t>Plataforma de desarrollo</a:t>
            </a:r>
          </a:p>
          <a:p>
            <a:pPr algn="r"/>
            <a:r>
              <a:rPr lang="es-ES" dirty="0" smtClean="0"/>
              <a:t>Microcontrolador </a:t>
            </a:r>
            <a:r>
              <a:rPr lang="es-ES" dirty="0" err="1" smtClean="0"/>
              <a:t>Atmel</a:t>
            </a:r>
            <a:r>
              <a:rPr lang="es-ES" dirty="0" smtClean="0"/>
              <a:t> ATMega328</a:t>
            </a:r>
            <a:endParaRPr lang="es-ES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235" y="2890578"/>
            <a:ext cx="3042767" cy="2366032"/>
          </a:xfrm>
          <a:prstGeom prst="rect">
            <a:avLst/>
          </a:prstGeom>
        </p:spPr>
      </p:pic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5138761" y="1403900"/>
            <a:ext cx="3265714" cy="2669694"/>
          </a:xfrm>
          <a:prstGeom prst="rect">
            <a:avLst/>
          </a:prstGeom>
        </p:spPr>
      </p:pic>
      <p:sp>
        <p:nvSpPr>
          <p:cNvPr id="10" name="9 Flecha curvada hacia abajo"/>
          <p:cNvSpPr/>
          <p:nvPr/>
        </p:nvSpPr>
        <p:spPr>
          <a:xfrm rot="19935040">
            <a:off x="3438567" y="2231810"/>
            <a:ext cx="2027194" cy="1130143"/>
          </a:xfrm>
          <a:prstGeom prst="curvedDownArrow">
            <a:avLst>
              <a:gd name="adj1" fmla="val 19996"/>
              <a:gd name="adj2" fmla="val 42314"/>
              <a:gd name="adj3" fmla="val 345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10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939342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2090057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939342" y="2774326"/>
            <a:ext cx="705853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800" dirty="0" smtClean="0"/>
              <a:t>Basado en el microcontrolador </a:t>
            </a:r>
            <a:r>
              <a:rPr lang="es-PE" sz="2800" dirty="0" err="1" smtClean="0"/>
              <a:t>ATMega</a:t>
            </a:r>
            <a:endParaRPr lang="es-PE" sz="28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800" i="1" dirty="0" smtClean="0"/>
              <a:t> 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800" dirty="0" smtClean="0"/>
              <a:t> </a:t>
            </a:r>
            <a:endParaRPr lang="es-PE" sz="2800" dirty="0"/>
          </a:p>
          <a:p>
            <a:r>
              <a:rPr lang="es-PE" sz="28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3573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4769552" y="4212771"/>
            <a:ext cx="6584247" cy="1964192"/>
          </a:xfrm>
        </p:spPr>
        <p:txBody>
          <a:bodyPr/>
          <a:lstStyle/>
          <a:p>
            <a:pPr algn="r"/>
            <a:r>
              <a:rPr lang="es-ES" dirty="0" smtClean="0"/>
              <a:t>Módulos electrónicos</a:t>
            </a:r>
          </a:p>
          <a:p>
            <a:pPr algn="r"/>
            <a:r>
              <a:rPr lang="es-ES" dirty="0" smtClean="0"/>
              <a:t>Módulos GSM, GPS, Cámara</a:t>
            </a:r>
          </a:p>
          <a:p>
            <a:pPr algn="r"/>
            <a:r>
              <a:rPr lang="es-ES" dirty="0" smtClean="0"/>
              <a:t>Sensor magnético</a:t>
            </a:r>
            <a:endParaRPr lang="es-ES" dirty="0"/>
          </a:p>
        </p:txBody>
      </p:sp>
      <p:pic>
        <p:nvPicPr>
          <p:cNvPr id="9" name="8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235" y="2890578"/>
            <a:ext cx="3042767" cy="236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53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2. Implementación</a:t>
            </a:r>
            <a:endParaRPr lang="es-PE" dirty="0"/>
          </a:p>
        </p:txBody>
      </p:sp>
      <p:sp>
        <p:nvSpPr>
          <p:cNvPr id="5" name="Subtítulo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9243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3. Pruebas</a:t>
            </a:r>
            <a:endParaRPr lang="es-PE" dirty="0"/>
          </a:p>
        </p:txBody>
      </p:sp>
      <p:sp>
        <p:nvSpPr>
          <p:cNvPr id="4" name="Subtítulo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78144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ejor Presentacion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2174</TotalTime>
  <Words>183</Words>
  <Application>Microsoft Office PowerPoint</Application>
  <PresentationFormat>Personalizado</PresentationFormat>
  <Paragraphs>56</Paragraphs>
  <Slides>12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3" baseType="lpstr">
      <vt:lpstr>Tema de Office</vt:lpstr>
      <vt:lpstr>Telelocalización y Captura de Imágenes</vt:lpstr>
      <vt:lpstr>Telelocalización y Captura de Imágenes</vt:lpstr>
      <vt:lpstr>Telelocalización y Captura de Imágenes</vt:lpstr>
      <vt:lpstr>OBJETIVOS</vt:lpstr>
      <vt:lpstr>IMPORTANCIA</vt:lpstr>
      <vt:lpstr>PROBLEMATICA</vt:lpstr>
      <vt:lpstr>Presentación de PowerPoint</vt:lpstr>
      <vt:lpstr>1. HARDWARE</vt:lpstr>
      <vt:lpstr>Presentación de PowerPoint</vt:lpstr>
      <vt:lpstr>1. HARDWARE</vt:lpstr>
      <vt:lpstr>2. Implementación</vt:lpstr>
      <vt:lpstr>3. Pruebas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Telelocalización y Captura de Imágenes</dc:title>
  <dc:creator>moniyabel</dc:creator>
  <cp:lastModifiedBy>TECNICA</cp:lastModifiedBy>
  <cp:revision>56</cp:revision>
  <dcterms:created xsi:type="dcterms:W3CDTF">2015-11-22T04:05:58Z</dcterms:created>
  <dcterms:modified xsi:type="dcterms:W3CDTF">2015-11-24T20:40:31Z</dcterms:modified>
</cp:coreProperties>
</file>