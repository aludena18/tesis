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71" r:id="rId9"/>
    <p:sldId id="279" r:id="rId10"/>
    <p:sldId id="267" r:id="rId11"/>
    <p:sldId id="266" r:id="rId12"/>
    <p:sldId id="275" r:id="rId13"/>
    <p:sldId id="269" r:id="rId14"/>
    <p:sldId id="273" r:id="rId15"/>
    <p:sldId id="268" r:id="rId16"/>
    <p:sldId id="274" r:id="rId17"/>
    <p:sldId id="272" r:id="rId18"/>
    <p:sldId id="276" r:id="rId19"/>
    <p:sldId id="262" r:id="rId20"/>
    <p:sldId id="263" r:id="rId21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58" d="100"/>
          <a:sy n="58" d="100"/>
        </p:scale>
        <p:origin x="-72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07/12/2015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interior o exterior 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1126680" y="2569997"/>
            <a:ext cx="5551715" cy="3482463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Flecha derecha"/>
          <p:cNvSpPr/>
          <p:nvPr/>
        </p:nvSpPr>
        <p:spPr>
          <a:xfrm rot="16200000">
            <a:off x="5825154" y="3813149"/>
            <a:ext cx="3311075" cy="82477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893076" y="3397526"/>
            <a:ext cx="3841723" cy="2483546"/>
          </a:xfrm>
        </p:spPr>
        <p:txBody>
          <a:bodyPr/>
          <a:lstStyle/>
          <a:p>
            <a:r>
              <a:rPr lang="es-PE" dirty="0" smtClean="0"/>
              <a:t>Diseño MODULAR: </a:t>
            </a:r>
            <a:r>
              <a:rPr lang="es-PE" dirty="0" smtClean="0"/>
              <a:t>Escalable</a:t>
            </a:r>
          </a:p>
          <a:p>
            <a:r>
              <a:rPr lang="es-PE" dirty="0"/>
              <a:t>Permite actualizar cada parte por </a:t>
            </a:r>
            <a:r>
              <a:rPr lang="es-PE" dirty="0" smtClean="0"/>
              <a:t>separado</a:t>
            </a:r>
            <a:endParaRPr lang="es-PE" dirty="0"/>
          </a:p>
        </p:txBody>
      </p:sp>
      <p:sp>
        <p:nvSpPr>
          <p:cNvPr id="4" name="Rectángulo redondeado 3"/>
          <p:cNvSpPr/>
          <p:nvPr/>
        </p:nvSpPr>
        <p:spPr>
          <a:xfrm>
            <a:off x="1780412" y="481273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2315353" y="412240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  <a:endParaRPr lang="es-PE" sz="2000" dirty="0" smtClean="0">
              <a:solidFill>
                <a:schemeClr val="tx1"/>
              </a:solidFill>
            </a:endParaRPr>
          </a:p>
        </p:txBody>
      </p:sp>
      <p:sp>
        <p:nvSpPr>
          <p:cNvPr id="15" name="Rectángulo redondeado 3"/>
          <p:cNvSpPr/>
          <p:nvPr/>
        </p:nvSpPr>
        <p:spPr>
          <a:xfrm>
            <a:off x="2874230" y="348757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  <a:endParaRPr lang="es-PE" sz="2000" dirty="0" smtClean="0">
              <a:solidFill>
                <a:schemeClr val="tx1"/>
              </a:solidFill>
            </a:endParaRPr>
          </a:p>
        </p:txBody>
      </p:sp>
      <p:sp>
        <p:nvSpPr>
          <p:cNvPr id="16" name="Rectángulo redondeado 3"/>
          <p:cNvSpPr/>
          <p:nvPr/>
        </p:nvSpPr>
        <p:spPr>
          <a:xfrm>
            <a:off x="3492796" y="2798208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  <a:endParaRPr lang="es-PE" sz="2000" dirty="0" smtClean="0">
              <a:solidFill>
                <a:schemeClr val="tx1"/>
              </a:solidFill>
            </a:endParaRPr>
          </a:p>
        </p:txBody>
      </p:sp>
      <p:sp>
        <p:nvSpPr>
          <p:cNvPr id="18" name="17 CuadroTexto"/>
          <p:cNvSpPr txBox="1"/>
          <p:nvPr/>
        </p:nvSpPr>
        <p:spPr>
          <a:xfrm>
            <a:off x="3191628" y="1985946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sp>
        <p:nvSpPr>
          <p:cNvPr id="20" name="19 CuadroTexto"/>
          <p:cNvSpPr txBox="1"/>
          <p:nvPr/>
        </p:nvSpPr>
        <p:spPr>
          <a:xfrm>
            <a:off x="6678395" y="1985946"/>
            <a:ext cx="1757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B050"/>
                </a:solidFill>
              </a:rPr>
              <a:t>ESCALABLE</a:t>
            </a:r>
            <a:endParaRPr lang="es-E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967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1273815" y="2437069"/>
            <a:ext cx="4310744" cy="3331945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4" name="Rectángulo redondeado 3"/>
          <p:cNvSpPr/>
          <p:nvPr/>
        </p:nvSpPr>
        <p:spPr>
          <a:xfrm>
            <a:off x="1714687" y="4476820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1943884" y="3865865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  <a:endParaRPr lang="es-PE" sz="2000" dirty="0" smtClean="0">
              <a:solidFill>
                <a:schemeClr val="tx1"/>
              </a:solidFill>
            </a:endParaRPr>
          </a:p>
        </p:txBody>
      </p:sp>
      <p:sp>
        <p:nvSpPr>
          <p:cNvPr id="15" name="Rectángulo redondeado 3"/>
          <p:cNvSpPr/>
          <p:nvPr/>
        </p:nvSpPr>
        <p:spPr>
          <a:xfrm>
            <a:off x="2125023" y="3213073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  <a:endParaRPr lang="es-PE" sz="2000" dirty="0" smtClean="0">
              <a:solidFill>
                <a:schemeClr val="tx1"/>
              </a:solidFill>
            </a:endParaRPr>
          </a:p>
        </p:txBody>
      </p:sp>
      <p:sp>
        <p:nvSpPr>
          <p:cNvPr id="16" name="Rectángulo redondeado 3"/>
          <p:cNvSpPr/>
          <p:nvPr/>
        </p:nvSpPr>
        <p:spPr>
          <a:xfrm>
            <a:off x="2419341" y="255666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  <a:endParaRPr lang="es-PE" sz="2000" dirty="0" smtClean="0">
              <a:solidFill>
                <a:schemeClr val="tx1"/>
              </a:solidFill>
            </a:endParaRPr>
          </a:p>
        </p:txBody>
      </p:sp>
      <p:sp>
        <p:nvSpPr>
          <p:cNvPr id="18" name="17 CuadroTexto"/>
          <p:cNvSpPr txBox="1"/>
          <p:nvPr/>
        </p:nvSpPr>
        <p:spPr>
          <a:xfrm>
            <a:off x="2763576" y="2036959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pic>
        <p:nvPicPr>
          <p:cNvPr id="17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7680475" y="1036458"/>
            <a:ext cx="1915064" cy="1832844"/>
          </a:xfrm>
          <a:prstGeom prst="rect">
            <a:avLst/>
          </a:prstGeom>
        </p:spPr>
      </p:pic>
      <p:pic>
        <p:nvPicPr>
          <p:cNvPr id="19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7742859" y="3719343"/>
            <a:ext cx="1612166" cy="1340481"/>
          </a:xfrm>
          <a:prstGeom prst="rect">
            <a:avLst/>
          </a:prstGeom>
        </p:spPr>
      </p:pic>
      <p:pic>
        <p:nvPicPr>
          <p:cNvPr id="21" name="20 Imagen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3" b="11623"/>
          <a:stretch/>
        </p:blipFill>
        <p:spPr>
          <a:xfrm>
            <a:off x="7857800" y="2740498"/>
            <a:ext cx="1382287" cy="1070084"/>
          </a:xfrm>
          <a:prstGeom prst="rect">
            <a:avLst/>
          </a:prstGeom>
        </p:spPr>
      </p:pic>
      <p:pic>
        <p:nvPicPr>
          <p:cNvPr id="13" name="12 Imagen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0420" y="4894622"/>
            <a:ext cx="1917044" cy="1490678"/>
          </a:xfrm>
          <a:prstGeom prst="rect">
            <a:avLst/>
          </a:prstGeom>
        </p:spPr>
      </p:pic>
      <p:sp>
        <p:nvSpPr>
          <p:cNvPr id="22" name="21 Rectángulo redondeado"/>
          <p:cNvSpPr/>
          <p:nvPr/>
        </p:nvSpPr>
        <p:spPr>
          <a:xfrm>
            <a:off x="6968126" y="1143000"/>
            <a:ext cx="4739459" cy="5279165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CuadroTexto"/>
          <p:cNvSpPr txBox="1"/>
          <p:nvPr/>
        </p:nvSpPr>
        <p:spPr>
          <a:xfrm>
            <a:off x="9589107" y="1775349"/>
            <a:ext cx="1882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MODEM GSM/GPRS</a:t>
            </a:r>
          </a:p>
          <a:p>
            <a:r>
              <a:rPr lang="es-ES" dirty="0" smtClean="0"/>
              <a:t>SIM900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98899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483267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MODULAR: Escalable</a:t>
            </a:r>
            <a:endParaRPr lang="es-PE" sz="2400" dirty="0"/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 smtClean="0"/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/>
              <a:t> 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3" y="4968792"/>
            <a:ext cx="6584247" cy="1188317"/>
          </a:xfrm>
        </p:spPr>
        <p:txBody>
          <a:bodyPr/>
          <a:lstStyle/>
          <a:p>
            <a:r>
              <a:rPr lang="es-ES" dirty="0" smtClean="0"/>
              <a:t>Plataforma de desarrollo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517573" y="1953492"/>
            <a:ext cx="5836227" cy="4203618"/>
          </a:xfrm>
        </p:spPr>
        <p:txBody>
          <a:bodyPr/>
          <a:lstStyle/>
          <a:p>
            <a:r>
              <a:rPr lang="es-ES" dirty="0" smtClean="0"/>
              <a:t>Flash: 32 kb</a:t>
            </a:r>
          </a:p>
          <a:p>
            <a:r>
              <a:rPr lang="es-ES" dirty="0" smtClean="0"/>
              <a:t>SRAM: 2 kb</a:t>
            </a:r>
          </a:p>
          <a:p>
            <a:r>
              <a:rPr lang="es-ES" dirty="0" smtClean="0"/>
              <a:t>Frecuencia: 20 </a:t>
            </a:r>
            <a:r>
              <a:rPr lang="es-ES" dirty="0" err="1" smtClean="0"/>
              <a:t>Mhz</a:t>
            </a:r>
            <a:endParaRPr lang="es-ES" dirty="0" smtClean="0"/>
          </a:p>
          <a:p>
            <a:r>
              <a:rPr lang="es-ES" dirty="0" smtClean="0"/>
              <a:t>Pines de E/S: 26</a:t>
            </a:r>
          </a:p>
          <a:p>
            <a:r>
              <a:rPr lang="es-ES" dirty="0" smtClean="0"/>
              <a:t>Puerto serial: 1</a:t>
            </a:r>
          </a:p>
          <a:p>
            <a:r>
              <a:rPr lang="es-ES" dirty="0" smtClean="0"/>
              <a:t>Puerto serial soft</a:t>
            </a:r>
            <a:r>
              <a:rPr lang="es-ES" dirty="0" smtClean="0"/>
              <a:t>ware: n</a:t>
            </a:r>
          </a:p>
          <a:p>
            <a:r>
              <a:rPr lang="es-ES" dirty="0" smtClean="0"/>
              <a:t>Consumo: 4mA</a:t>
            </a:r>
            <a:endParaRPr lang="es-ES" dirty="0" smtClean="0"/>
          </a:p>
        </p:txBody>
      </p:sp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1600164" y="2172470"/>
            <a:ext cx="3265714" cy="2669694"/>
          </a:xfrm>
          <a:prstGeom prst="rect">
            <a:avLst/>
          </a:prstGeom>
        </p:spPr>
      </p:pic>
      <p:cxnSp>
        <p:nvCxnSpPr>
          <p:cNvPr id="5" name="Conector recto 13"/>
          <p:cNvCxnSpPr/>
          <p:nvPr/>
        </p:nvCxnSpPr>
        <p:spPr>
          <a:xfrm>
            <a:off x="5370615" y="1916049"/>
            <a:ext cx="0" cy="3721608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310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PE" sz="24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pic>
        <p:nvPicPr>
          <p:cNvPr id="17" name="Marcador de contenido 1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5505" y="2034916"/>
            <a:ext cx="980660" cy="1961319"/>
          </a:xfr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836" y="2195519"/>
            <a:ext cx="998670" cy="998670"/>
          </a:xfrm>
          <a:prstGeom prst="rect">
            <a:avLst/>
          </a:prstGeom>
          <a:scene3d>
            <a:camera prst="orthographicFront">
              <a:rot lat="0" lon="0" rev="6300000"/>
            </a:camera>
            <a:lightRig rig="threePt" dir="t"/>
          </a:scene3d>
        </p:spPr>
      </p:pic>
      <p:sp>
        <p:nvSpPr>
          <p:cNvPr id="8" name="Rectángulo redondeado 7"/>
          <p:cNvSpPr/>
          <p:nvPr/>
        </p:nvSpPr>
        <p:spPr>
          <a:xfrm>
            <a:off x="5415437" y="3194189"/>
            <a:ext cx="1925052" cy="1046748"/>
          </a:xfrm>
          <a:prstGeom prst="roundRect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800" b="1" dirty="0" smtClean="0">
                <a:solidFill>
                  <a:schemeClr val="tx1"/>
                </a:solidFill>
              </a:rPr>
              <a:t>Prototipo</a:t>
            </a:r>
          </a:p>
        </p:txBody>
      </p:sp>
      <p:cxnSp>
        <p:nvCxnSpPr>
          <p:cNvPr id="11" name="Conector recto de flecha 10"/>
          <p:cNvCxnSpPr>
            <a:endCxn id="8" idx="1"/>
          </p:cNvCxnSpPr>
          <p:nvPr/>
        </p:nvCxnSpPr>
        <p:spPr>
          <a:xfrm>
            <a:off x="2888673" y="3044536"/>
            <a:ext cx="2526764" cy="673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>
            <a:stCxn id="8" idx="3"/>
            <a:endCxn id="17" idx="1"/>
          </p:cNvCxnSpPr>
          <p:nvPr/>
        </p:nvCxnSpPr>
        <p:spPr>
          <a:xfrm flipV="1">
            <a:off x="7340489" y="3015576"/>
            <a:ext cx="2275016" cy="7019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/>
          <p:cNvSpPr txBox="1"/>
          <p:nvPr/>
        </p:nvSpPr>
        <p:spPr>
          <a:xfrm>
            <a:off x="2764506" y="2178741"/>
            <a:ext cx="18652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smtClean="0"/>
              <a:t>Latitud</a:t>
            </a:r>
            <a:r>
              <a:rPr lang="es-PE" sz="1400" dirty="0"/>
              <a:t>: -</a:t>
            </a:r>
            <a:r>
              <a:rPr lang="es-PE" sz="1400" dirty="0" smtClean="0"/>
              <a:t>12.180750</a:t>
            </a:r>
          </a:p>
          <a:p>
            <a:r>
              <a:rPr lang="es-PE" sz="1400" dirty="0"/>
              <a:t>Longitud: -76.994984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3952536" y="3780075"/>
            <a:ext cx="14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RECEPTOR</a:t>
            </a:r>
            <a:endParaRPr lang="es-PE" b="1" dirty="0">
              <a:solidFill>
                <a:srgbClr val="00B050"/>
              </a:solidFill>
            </a:endParaRPr>
          </a:p>
        </p:txBody>
      </p:sp>
      <p:sp>
        <p:nvSpPr>
          <p:cNvPr id="27" name="CuadroTexto 26"/>
          <p:cNvSpPr txBox="1"/>
          <p:nvPr/>
        </p:nvSpPr>
        <p:spPr>
          <a:xfrm>
            <a:off x="1478056" y="5071411"/>
            <a:ext cx="37161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Receptor GPS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Transmisor GSM/GPRS</a:t>
            </a:r>
            <a:endParaRPr lang="es-PE" sz="2400" dirty="0"/>
          </a:p>
        </p:txBody>
      </p:sp>
      <p:sp>
        <p:nvSpPr>
          <p:cNvPr id="28" name="CuadroTexto 27"/>
          <p:cNvSpPr txBox="1"/>
          <p:nvPr/>
        </p:nvSpPr>
        <p:spPr>
          <a:xfrm>
            <a:off x="7340489" y="3780075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TRANSMISOR</a:t>
            </a:r>
            <a:endParaRPr lang="es-PE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16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019109" y="1564887"/>
            <a:ext cx="2677373" cy="2562426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804703" y="2040412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370615" y="1795725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559040" y="4435806"/>
            <a:ext cx="2076052" cy="1726193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355275" y="4430824"/>
            <a:ext cx="0" cy="173615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774022" y="4493213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33231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930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5078187"/>
            <a:ext cx="6313714" cy="1098776"/>
          </a:xfrm>
        </p:spPr>
        <p:txBody>
          <a:bodyPr>
            <a:normAutofit/>
          </a:bodyPr>
          <a:lstStyle/>
          <a:p>
            <a:r>
              <a:rPr lang="es-PE" dirty="0" smtClean="0"/>
              <a:t>Empleo de una CAMARA IR serial</a:t>
            </a:r>
          </a:p>
          <a:p>
            <a:r>
              <a:rPr lang="es-PE" dirty="0" smtClean="0"/>
              <a:t>Conexión de un Sensor magnético</a:t>
            </a:r>
            <a:endParaRPr lang="es-PE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2542" y="4284710"/>
            <a:ext cx="4067989" cy="1830595"/>
          </a:xfrm>
          <a:prstGeom prst="rect">
            <a:avLst/>
          </a:prstGeom>
          <a:scene3d>
            <a:camera prst="orthographicFront">
              <a:rot lat="0" lon="0" rev="0"/>
            </a:camera>
            <a:lightRig rig="threePt" dir="t"/>
          </a:scene3d>
        </p:spPr>
      </p:pic>
      <p:pic>
        <p:nvPicPr>
          <p:cNvPr id="5" name="4 Imag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913" y="1699474"/>
            <a:ext cx="5078187" cy="313457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6" name="5 Imagen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4009" y="2012042"/>
            <a:ext cx="1717221" cy="1717221"/>
          </a:xfrm>
          <a:prstGeom prst="rect">
            <a:avLst/>
          </a:prstGeom>
        </p:spPr>
      </p:pic>
      <p:sp>
        <p:nvSpPr>
          <p:cNvPr id="7" name="6 Elipse"/>
          <p:cNvSpPr/>
          <p:nvPr/>
        </p:nvSpPr>
        <p:spPr>
          <a:xfrm>
            <a:off x="9034645" y="5480314"/>
            <a:ext cx="360260" cy="325583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9031872" y="2012042"/>
            <a:ext cx="2070830" cy="1841500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5" name="14 Conector recto"/>
          <p:cNvCxnSpPr>
            <a:stCxn id="7" idx="2"/>
            <a:endCxn id="13" idx="2"/>
          </p:cNvCxnSpPr>
          <p:nvPr/>
        </p:nvCxnSpPr>
        <p:spPr>
          <a:xfrm flipH="1" flipV="1">
            <a:off x="9031872" y="2932792"/>
            <a:ext cx="2773" cy="27103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>
            <a:stCxn id="7" idx="5"/>
            <a:endCxn id="13" idx="5"/>
          </p:cNvCxnSpPr>
          <p:nvPr/>
        </p:nvCxnSpPr>
        <p:spPr>
          <a:xfrm flipV="1">
            <a:off x="9342146" y="3583861"/>
            <a:ext cx="1457290" cy="217435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/>
          <p:nvPr/>
        </p:nvCxnSpPr>
        <p:spPr>
          <a:xfrm flipH="1" flipV="1">
            <a:off x="6515101" y="3412671"/>
            <a:ext cx="2383970" cy="1583872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99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24735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CAMARA IR y sensor magnético</a:t>
            </a:r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341241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3054</TotalTime>
  <Words>338</Words>
  <Application>Microsoft Office PowerPoint</Application>
  <PresentationFormat>Personalizado</PresentationFormat>
  <Paragraphs>120</Paragraphs>
  <Slides>20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1" baseType="lpstr"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TECNICA</cp:lastModifiedBy>
  <cp:revision>112</cp:revision>
  <dcterms:created xsi:type="dcterms:W3CDTF">2015-11-22T04:05:58Z</dcterms:created>
  <dcterms:modified xsi:type="dcterms:W3CDTF">2015-12-07T21:53:57Z</dcterms:modified>
</cp:coreProperties>
</file>