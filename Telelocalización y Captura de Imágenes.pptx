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5" r:id="rId6"/>
    <p:sldId id="259" r:id="rId7"/>
    <p:sldId id="264" r:id="rId8"/>
    <p:sldId id="271" r:id="rId9"/>
    <p:sldId id="279" r:id="rId10"/>
    <p:sldId id="267" r:id="rId11"/>
    <p:sldId id="266" r:id="rId12"/>
    <p:sldId id="275" r:id="rId13"/>
    <p:sldId id="269" r:id="rId14"/>
    <p:sldId id="273" r:id="rId15"/>
    <p:sldId id="268" r:id="rId16"/>
    <p:sldId id="274" r:id="rId17"/>
    <p:sldId id="272" r:id="rId18"/>
    <p:sldId id="281" r:id="rId19"/>
    <p:sldId id="276" r:id="rId20"/>
    <p:sldId id="262" r:id="rId21"/>
    <p:sldId id="263" r:id="rId2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62" autoAdjust="0"/>
    <p:restoredTop sz="94660"/>
  </p:normalViewPr>
  <p:slideViewPr>
    <p:cSldViewPr snapToGrid="0">
      <p:cViewPr varScale="1">
        <p:scale>
          <a:sx n="92" d="100"/>
          <a:sy n="92" d="100"/>
        </p:scale>
        <p:origin x="318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7754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94883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40877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03788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34000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50140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8904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34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3814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550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16057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66D49-C998-4448-A9A4-08248D17FD06}" type="datetimeFigureOut">
              <a:rPr lang="es-PE" smtClean="0"/>
              <a:t>08/12/2015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60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Telelocalización y Captura de Imágenes</a:t>
            </a:r>
            <a:endParaRPr lang="es-PE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PE" sz="3600" dirty="0" smtClean="0"/>
              <a:t>Para Mejorar una Base de Datos Criminalística del Robo de Vehículos en la Ciudad de Lima</a:t>
            </a:r>
            <a:endParaRPr lang="es-PE" sz="3600" dirty="0"/>
          </a:p>
        </p:txBody>
      </p:sp>
    </p:spTree>
    <p:extLst>
      <p:ext uri="{BB962C8B-B14F-4D97-AF65-F5344CB8AC3E}">
        <p14:creationId xmlns:p14="http://schemas.microsoft.com/office/powerpoint/2010/main" val="406508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00B050"/>
                </a:solidFill>
              </a:rPr>
              <a:t>Telelocalización</a:t>
            </a:r>
            <a:r>
              <a:rPr lang="es-PE" dirty="0" smtClean="0"/>
              <a:t> y</a:t>
            </a:r>
            <a:br>
              <a:rPr lang="es-PE" dirty="0" smtClean="0"/>
            </a:br>
            <a:r>
              <a:rPr lang="es-PE" dirty="0" smtClean="0"/>
              <a:t>Captura de Imágenes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908753"/>
            <a:ext cx="10515600" cy="4351338"/>
          </a:xfrm>
        </p:spPr>
        <p:txBody>
          <a:bodyPr/>
          <a:lstStyle/>
          <a:p>
            <a:endParaRPr lang="es-PE" dirty="0" smtClean="0"/>
          </a:p>
          <a:p>
            <a:r>
              <a:rPr lang="es-PE" dirty="0" smtClean="0"/>
              <a:t>Localización remota en tiempo real</a:t>
            </a:r>
          </a:p>
          <a:p>
            <a:r>
              <a:rPr lang="es-PE" dirty="0" smtClean="0"/>
              <a:t>Basado en sistemas GPS y GSM</a:t>
            </a:r>
          </a:p>
          <a:p>
            <a:r>
              <a:rPr lang="es-PE" dirty="0" smtClean="0"/>
              <a:t>Uso de modem inalámbricos para la transmisión</a:t>
            </a:r>
          </a:p>
          <a:p>
            <a:r>
              <a:rPr lang="es-PE" dirty="0" smtClean="0"/>
              <a:t>Movilidad y comunicación</a:t>
            </a:r>
          </a:p>
          <a:p>
            <a:r>
              <a:rPr lang="es-PE" dirty="0" smtClean="0"/>
              <a:t>Enfocado a automóviles</a:t>
            </a:r>
          </a:p>
          <a:p>
            <a:pPr marL="0" indent="0">
              <a:buNone/>
            </a:pP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6385" y="4084422"/>
            <a:ext cx="3944389" cy="236609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88" b="21052"/>
          <a:stretch/>
        </p:blipFill>
        <p:spPr>
          <a:xfrm>
            <a:off x="6646718" y="5023429"/>
            <a:ext cx="2438400" cy="145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97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 smtClean="0"/>
              <a:t>Telelocalización y</a:t>
            </a:r>
            <a:br>
              <a:rPr lang="es-PE" dirty="0" smtClean="0"/>
            </a:br>
            <a:r>
              <a:rPr lang="es-PE" b="1" dirty="0" smtClean="0">
                <a:solidFill>
                  <a:srgbClr val="0070C0"/>
                </a:solidFill>
              </a:rPr>
              <a:t>Captura de Imágenes</a:t>
            </a:r>
            <a:endParaRPr lang="es-PE" b="1" dirty="0">
              <a:solidFill>
                <a:srgbClr val="0070C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825625"/>
            <a:ext cx="3609109" cy="4351338"/>
          </a:xfrm>
        </p:spPr>
        <p:txBody>
          <a:bodyPr/>
          <a:lstStyle/>
          <a:p>
            <a:endParaRPr lang="es-PE" dirty="0" smtClean="0"/>
          </a:p>
          <a:p>
            <a:r>
              <a:rPr lang="es-PE" dirty="0"/>
              <a:t>Uso de cámara infrarroja</a:t>
            </a:r>
          </a:p>
          <a:p>
            <a:r>
              <a:rPr lang="es-PE" dirty="0" smtClean="0"/>
              <a:t>Fotos </a:t>
            </a:r>
            <a:r>
              <a:rPr lang="es-PE" dirty="0" smtClean="0"/>
              <a:t>del </a:t>
            </a:r>
            <a:r>
              <a:rPr lang="es-PE" dirty="0" smtClean="0"/>
              <a:t>interior </a:t>
            </a:r>
            <a:r>
              <a:rPr lang="es-PE" dirty="0" smtClean="0"/>
              <a:t>del </a:t>
            </a:r>
            <a:r>
              <a:rPr lang="es-PE" dirty="0" smtClean="0"/>
              <a:t>vehículo</a:t>
            </a:r>
            <a:endParaRPr lang="es-PE" dirty="0" smtClean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73" t="16753" r="16580" b="12078"/>
          <a:stretch/>
        </p:blipFill>
        <p:spPr>
          <a:xfrm>
            <a:off x="9207472" y="2096488"/>
            <a:ext cx="1960418" cy="190480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877"/>
          <a:stretch/>
        </p:blipFill>
        <p:spPr>
          <a:xfrm>
            <a:off x="4428863" y="2291810"/>
            <a:ext cx="4872127" cy="3418967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586025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OBJETIVOS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306120" y="2192482"/>
            <a:ext cx="2576946" cy="1063048"/>
          </a:xfrm>
        </p:spPr>
        <p:txBody>
          <a:bodyPr>
            <a:noAutofit/>
          </a:bodyPr>
          <a:lstStyle/>
          <a:p>
            <a:r>
              <a:rPr lang="es-PE" sz="3200" dirty="0" smtClean="0"/>
              <a:t>Desarrollar un prototipo</a:t>
            </a:r>
            <a:endParaRPr lang="es-PE" sz="3200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838198" y="3026782"/>
            <a:ext cx="3089563" cy="1386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3200" dirty="0" smtClean="0">
                <a:solidFill>
                  <a:srgbClr val="00B050"/>
                </a:solidFill>
              </a:rPr>
              <a:t>Telelocalización</a:t>
            </a:r>
            <a:r>
              <a:rPr lang="es-PE" sz="3200" dirty="0" smtClean="0"/>
              <a:t> y </a:t>
            </a:r>
            <a:r>
              <a:rPr lang="es-PE" sz="3200" dirty="0" smtClean="0">
                <a:solidFill>
                  <a:srgbClr val="0070C0"/>
                </a:solidFill>
              </a:rPr>
              <a:t>Captura de Imágenes</a:t>
            </a:r>
            <a:endParaRPr lang="es-PE" sz="3200" dirty="0">
              <a:solidFill>
                <a:srgbClr val="0070C0"/>
              </a:solidFill>
            </a:endParaRPr>
          </a:p>
        </p:txBody>
      </p:sp>
      <p:sp>
        <p:nvSpPr>
          <p:cNvPr id="5" name="Marcador de contenido 2"/>
          <p:cNvSpPr txBox="1">
            <a:spLocks/>
          </p:cNvSpPr>
          <p:nvPr/>
        </p:nvSpPr>
        <p:spPr>
          <a:xfrm>
            <a:off x="4338309" y="4402776"/>
            <a:ext cx="2757879" cy="7928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sz="3200" dirty="0" smtClean="0"/>
              <a:t>Implementar un servidor</a:t>
            </a:r>
            <a:endParaRPr lang="es-PE" sz="3200" dirty="0"/>
          </a:p>
        </p:txBody>
      </p:sp>
      <p:cxnSp>
        <p:nvCxnSpPr>
          <p:cNvPr id="7" name="Conector recto 6"/>
          <p:cNvCxnSpPr/>
          <p:nvPr/>
        </p:nvCxnSpPr>
        <p:spPr>
          <a:xfrm>
            <a:off x="4123707" y="2182089"/>
            <a:ext cx="0" cy="3075709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echa derecha 8"/>
          <p:cNvSpPr/>
          <p:nvPr/>
        </p:nvSpPr>
        <p:spPr>
          <a:xfrm rot="2464850">
            <a:off x="7191662" y="2514371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2" name="Marcador de contenido 2"/>
          <p:cNvSpPr txBox="1">
            <a:spLocks/>
          </p:cNvSpPr>
          <p:nvPr/>
        </p:nvSpPr>
        <p:spPr>
          <a:xfrm>
            <a:off x="7975388" y="2940584"/>
            <a:ext cx="3491285" cy="1558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dirty="0" smtClean="0"/>
              <a:t>Incrementar una base de datos criminalística del robo de vehículos</a:t>
            </a:r>
            <a:endParaRPr lang="es-PE" dirty="0"/>
          </a:p>
        </p:txBody>
      </p:sp>
      <p:sp>
        <p:nvSpPr>
          <p:cNvPr id="13" name="Flecha derecha 8"/>
          <p:cNvSpPr/>
          <p:nvPr/>
        </p:nvSpPr>
        <p:spPr>
          <a:xfrm rot="19587048">
            <a:off x="7186881" y="4329270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4" name="Marcador de contenido 2"/>
          <p:cNvSpPr txBox="1">
            <a:spLocks/>
          </p:cNvSpPr>
          <p:nvPr/>
        </p:nvSpPr>
        <p:spPr>
          <a:xfrm>
            <a:off x="5309580" y="3454183"/>
            <a:ext cx="449337" cy="5315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PE" sz="4000" b="1" dirty="0" smtClean="0"/>
              <a:t>+</a:t>
            </a:r>
            <a:endParaRPr lang="es-PE" sz="4000" b="1" dirty="0"/>
          </a:p>
        </p:txBody>
      </p:sp>
    </p:spTree>
    <p:extLst>
      <p:ext uri="{BB962C8B-B14F-4D97-AF65-F5344CB8AC3E}">
        <p14:creationId xmlns:p14="http://schemas.microsoft.com/office/powerpoint/2010/main" val="2993153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IMPORTANCIA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2365952"/>
            <a:ext cx="4637809" cy="2538557"/>
          </a:xfrm>
        </p:spPr>
        <p:txBody>
          <a:bodyPr/>
          <a:lstStyle/>
          <a:p>
            <a:pPr marL="0" indent="0" algn="ctr">
              <a:buNone/>
            </a:pPr>
            <a:r>
              <a:rPr lang="es-PE" b="1" dirty="0" smtClean="0"/>
              <a:t>Tecnológica</a:t>
            </a:r>
          </a:p>
          <a:p>
            <a:pPr lvl="1"/>
            <a:r>
              <a:rPr lang="es-PE" dirty="0" smtClean="0"/>
              <a:t>Hardware basado en módulos</a:t>
            </a:r>
          </a:p>
          <a:p>
            <a:pPr lvl="1"/>
            <a:r>
              <a:rPr lang="es-PE" dirty="0" smtClean="0"/>
              <a:t>Servidor básico con almacenamiento de imágenes</a:t>
            </a:r>
            <a:endParaRPr lang="es-PE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6012873" y="2365951"/>
            <a:ext cx="4637809" cy="2538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b="1" dirty="0" smtClean="0"/>
              <a:t>Social</a:t>
            </a:r>
          </a:p>
          <a:p>
            <a:pPr lvl="1"/>
            <a:r>
              <a:rPr lang="es-PE" dirty="0" smtClean="0"/>
              <a:t>Ubicar automóviles en caso de robo</a:t>
            </a:r>
          </a:p>
          <a:p>
            <a:pPr lvl="1"/>
            <a:r>
              <a:rPr lang="es-PE" dirty="0" smtClean="0"/>
              <a:t>Fotos del chofer y copiloto</a:t>
            </a:r>
          </a:p>
          <a:p>
            <a:pPr lvl="1"/>
            <a:r>
              <a:rPr lang="es-PE" dirty="0" smtClean="0"/>
              <a:t>Evidencia para las autoridades</a:t>
            </a:r>
          </a:p>
        </p:txBody>
      </p:sp>
    </p:spTree>
    <p:extLst>
      <p:ext uri="{BB962C8B-B14F-4D97-AF65-F5344CB8AC3E}">
        <p14:creationId xmlns:p14="http://schemas.microsoft.com/office/powerpoint/2010/main" val="178469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FF0000"/>
                </a:solidFill>
              </a:rPr>
              <a:t>PROBLEMATICA</a:t>
            </a:r>
            <a:endParaRPr lang="es-PE" b="1" dirty="0">
              <a:solidFill>
                <a:srgbClr val="FF000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dirty="0" smtClean="0"/>
              <a:t>Incremento del robo de automóviles</a:t>
            </a:r>
          </a:p>
          <a:p>
            <a:r>
              <a:rPr lang="es-PE" dirty="0" smtClean="0"/>
              <a:t>20 robos por día</a:t>
            </a:r>
          </a:p>
          <a:p>
            <a:r>
              <a:rPr lang="es-PE" dirty="0" smtClean="0"/>
              <a:t>46% del total de robos a nivel nacional ocurre en Lima</a:t>
            </a:r>
          </a:p>
          <a:p>
            <a:r>
              <a:rPr lang="es-PE" dirty="0" smtClean="0"/>
              <a:t>No existe evidencia</a:t>
            </a: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1818" y="4430722"/>
            <a:ext cx="2088572" cy="1912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580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939342" y="2066440"/>
            <a:ext cx="526650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IMPLEMENTACIÓN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FUNCIONAMIENTO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PRUEBAS</a:t>
            </a:r>
            <a:endParaRPr lang="es-PE" sz="4000" dirty="0"/>
          </a:p>
        </p:txBody>
      </p:sp>
      <p:sp>
        <p:nvSpPr>
          <p:cNvPr id="15" name="14 Rectángulo redondeado"/>
          <p:cNvSpPr/>
          <p:nvPr/>
        </p:nvSpPr>
        <p:spPr>
          <a:xfrm>
            <a:off x="2090057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3624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Rectángulo redondeado"/>
          <p:cNvSpPr/>
          <p:nvPr/>
        </p:nvSpPr>
        <p:spPr>
          <a:xfrm>
            <a:off x="1126680" y="2569997"/>
            <a:ext cx="5551715" cy="3482463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Flecha derecha"/>
          <p:cNvSpPr/>
          <p:nvPr/>
        </p:nvSpPr>
        <p:spPr>
          <a:xfrm rot="16200000">
            <a:off x="5825154" y="3813149"/>
            <a:ext cx="3311075" cy="82477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893076" y="3397526"/>
            <a:ext cx="3841723" cy="2483546"/>
          </a:xfrm>
        </p:spPr>
        <p:txBody>
          <a:bodyPr/>
          <a:lstStyle/>
          <a:p>
            <a:r>
              <a:rPr lang="es-PE" dirty="0" smtClean="0"/>
              <a:t>Diseño MODULAR: Escalable</a:t>
            </a:r>
          </a:p>
          <a:p>
            <a:r>
              <a:rPr lang="es-PE" dirty="0"/>
              <a:t>Permite actualizar cada parte por </a:t>
            </a:r>
            <a:r>
              <a:rPr lang="es-PE" dirty="0" smtClean="0"/>
              <a:t>separado</a:t>
            </a:r>
            <a:endParaRPr lang="es-PE" dirty="0"/>
          </a:p>
        </p:txBody>
      </p:sp>
      <p:sp>
        <p:nvSpPr>
          <p:cNvPr id="4" name="Rectángulo redondeado 3"/>
          <p:cNvSpPr/>
          <p:nvPr/>
        </p:nvSpPr>
        <p:spPr>
          <a:xfrm>
            <a:off x="1780412" y="4812739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PLATAFORMA</a:t>
            </a:r>
          </a:p>
        </p:txBody>
      </p:sp>
      <p:sp>
        <p:nvSpPr>
          <p:cNvPr id="14" name="Rectángulo redondeado 3"/>
          <p:cNvSpPr/>
          <p:nvPr/>
        </p:nvSpPr>
        <p:spPr>
          <a:xfrm>
            <a:off x="2315353" y="4122404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RECEPTOR</a:t>
            </a:r>
          </a:p>
        </p:txBody>
      </p:sp>
      <p:sp>
        <p:nvSpPr>
          <p:cNvPr id="15" name="Rectángulo redondeado 3"/>
          <p:cNvSpPr/>
          <p:nvPr/>
        </p:nvSpPr>
        <p:spPr>
          <a:xfrm>
            <a:off x="2874230" y="3487574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CAMARA</a:t>
            </a:r>
          </a:p>
        </p:txBody>
      </p:sp>
      <p:sp>
        <p:nvSpPr>
          <p:cNvPr id="16" name="Rectángulo redondeado 3"/>
          <p:cNvSpPr/>
          <p:nvPr/>
        </p:nvSpPr>
        <p:spPr>
          <a:xfrm>
            <a:off x="3492796" y="2798208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MODEM TRANSMISOR</a:t>
            </a:r>
          </a:p>
        </p:txBody>
      </p:sp>
      <p:sp>
        <p:nvSpPr>
          <p:cNvPr id="18" name="17 CuadroTexto"/>
          <p:cNvSpPr txBox="1"/>
          <p:nvPr/>
        </p:nvSpPr>
        <p:spPr>
          <a:xfrm>
            <a:off x="3191628" y="1985946"/>
            <a:ext cx="16900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0070C0"/>
                </a:solidFill>
              </a:rPr>
              <a:t>PROTOTIPO</a:t>
            </a:r>
            <a:endParaRPr lang="es-ES" sz="2000" b="1" dirty="0">
              <a:solidFill>
                <a:srgbClr val="0070C0"/>
              </a:solidFill>
            </a:endParaRPr>
          </a:p>
        </p:txBody>
      </p:sp>
      <p:sp>
        <p:nvSpPr>
          <p:cNvPr id="20" name="19 CuadroTexto"/>
          <p:cNvSpPr txBox="1"/>
          <p:nvPr/>
        </p:nvSpPr>
        <p:spPr>
          <a:xfrm>
            <a:off x="6678395" y="1985946"/>
            <a:ext cx="17572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00B050"/>
                </a:solidFill>
              </a:rPr>
              <a:t>ESCALABLE</a:t>
            </a:r>
            <a:endParaRPr lang="es-E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9967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Rectángulo redondeado"/>
          <p:cNvSpPr/>
          <p:nvPr/>
        </p:nvSpPr>
        <p:spPr>
          <a:xfrm>
            <a:off x="4171235" y="1925975"/>
            <a:ext cx="3548002" cy="44173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4" name="Rectángulo redondeado 3"/>
          <p:cNvSpPr/>
          <p:nvPr/>
        </p:nvSpPr>
        <p:spPr>
          <a:xfrm>
            <a:off x="4601634" y="5182275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PLATAFORMA</a:t>
            </a:r>
          </a:p>
        </p:txBody>
      </p:sp>
      <p:sp>
        <p:nvSpPr>
          <p:cNvPr id="14" name="Rectángulo redondeado 3"/>
          <p:cNvSpPr/>
          <p:nvPr/>
        </p:nvSpPr>
        <p:spPr>
          <a:xfrm>
            <a:off x="4603709" y="4082336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RECEPTOR</a:t>
            </a:r>
          </a:p>
        </p:txBody>
      </p:sp>
      <p:sp>
        <p:nvSpPr>
          <p:cNvPr id="15" name="Rectángulo redondeado 3"/>
          <p:cNvSpPr/>
          <p:nvPr/>
        </p:nvSpPr>
        <p:spPr>
          <a:xfrm>
            <a:off x="4601635" y="3062149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CAMARA</a:t>
            </a:r>
          </a:p>
        </p:txBody>
      </p:sp>
      <p:sp>
        <p:nvSpPr>
          <p:cNvPr id="16" name="Rectángulo redondeado 3"/>
          <p:cNvSpPr/>
          <p:nvPr/>
        </p:nvSpPr>
        <p:spPr>
          <a:xfrm>
            <a:off x="4634374" y="2030809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MODEM TRANSMISOR</a:t>
            </a:r>
          </a:p>
        </p:txBody>
      </p:sp>
      <p:sp>
        <p:nvSpPr>
          <p:cNvPr id="18" name="17 CuadroTexto"/>
          <p:cNvSpPr txBox="1"/>
          <p:nvPr/>
        </p:nvSpPr>
        <p:spPr>
          <a:xfrm>
            <a:off x="5100197" y="1472702"/>
            <a:ext cx="16900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0070C0"/>
                </a:solidFill>
              </a:rPr>
              <a:t>PROTOTIPO</a:t>
            </a:r>
            <a:endParaRPr lang="es-ES" sz="2000" b="1" dirty="0">
              <a:solidFill>
                <a:srgbClr val="0070C0"/>
              </a:solidFill>
            </a:endParaRPr>
          </a:p>
        </p:txBody>
      </p:sp>
      <p:pic>
        <p:nvPicPr>
          <p:cNvPr id="17" name="Imagen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15" r="11580" b="12468"/>
          <a:stretch/>
        </p:blipFill>
        <p:spPr>
          <a:xfrm rot="730320">
            <a:off x="9001627" y="2123466"/>
            <a:ext cx="1915064" cy="1832844"/>
          </a:xfrm>
          <a:prstGeom prst="rect">
            <a:avLst/>
          </a:prstGeom>
        </p:spPr>
      </p:pic>
      <p:pic>
        <p:nvPicPr>
          <p:cNvPr id="19" name="Imagen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810706">
            <a:off x="1439510" y="2598003"/>
            <a:ext cx="1612166" cy="1340481"/>
          </a:xfrm>
          <a:prstGeom prst="rect">
            <a:avLst/>
          </a:prstGeom>
        </p:spPr>
      </p:pic>
      <p:pic>
        <p:nvPicPr>
          <p:cNvPr id="21" name="20 Imagen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3" b="11623"/>
          <a:stretch/>
        </p:blipFill>
        <p:spPr>
          <a:xfrm>
            <a:off x="1576754" y="4771347"/>
            <a:ext cx="1382287" cy="1070084"/>
          </a:xfrm>
          <a:prstGeom prst="rect">
            <a:avLst/>
          </a:prstGeom>
        </p:spPr>
      </p:pic>
      <p:pic>
        <p:nvPicPr>
          <p:cNvPr id="13" name="12 Imagen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8816" y="4852612"/>
            <a:ext cx="1917044" cy="1490678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9019851" y="1975386"/>
            <a:ext cx="1882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 smtClean="0"/>
              <a:t>GSM/GPRS</a:t>
            </a:r>
          </a:p>
          <a:p>
            <a:pPr algn="ctr"/>
            <a:r>
              <a:rPr lang="es-ES" dirty="0" smtClean="0"/>
              <a:t>SIM900</a:t>
            </a:r>
            <a:endParaRPr lang="es-ES" dirty="0"/>
          </a:p>
        </p:txBody>
      </p:sp>
      <p:sp>
        <p:nvSpPr>
          <p:cNvPr id="20" name="7 CuadroTexto"/>
          <p:cNvSpPr txBox="1"/>
          <p:nvPr/>
        </p:nvSpPr>
        <p:spPr>
          <a:xfrm>
            <a:off x="1648893" y="4207015"/>
            <a:ext cx="1348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LinkSprite</a:t>
            </a:r>
            <a:endParaRPr lang="es-ES" dirty="0" smtClean="0"/>
          </a:p>
          <a:p>
            <a:r>
              <a:rPr lang="es-ES" dirty="0" smtClean="0"/>
              <a:t>Sen11610</a:t>
            </a:r>
            <a:endParaRPr lang="es-ES" dirty="0"/>
          </a:p>
        </p:txBody>
      </p:sp>
      <p:sp>
        <p:nvSpPr>
          <p:cNvPr id="23" name="7 CuadroTexto"/>
          <p:cNvSpPr txBox="1"/>
          <p:nvPr/>
        </p:nvSpPr>
        <p:spPr>
          <a:xfrm>
            <a:off x="1813921" y="2156428"/>
            <a:ext cx="1882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Skylab</a:t>
            </a:r>
            <a:endParaRPr lang="es-ES" dirty="0" smtClean="0"/>
          </a:p>
          <a:p>
            <a:r>
              <a:rPr lang="es-ES" dirty="0" smtClean="0"/>
              <a:t>SKM53</a:t>
            </a:r>
            <a:endParaRPr lang="es-ES" dirty="0"/>
          </a:p>
        </p:txBody>
      </p:sp>
      <p:sp>
        <p:nvSpPr>
          <p:cNvPr id="24" name="7 CuadroTexto"/>
          <p:cNvSpPr txBox="1"/>
          <p:nvPr/>
        </p:nvSpPr>
        <p:spPr>
          <a:xfrm>
            <a:off x="9453398" y="4275613"/>
            <a:ext cx="1163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Arduino</a:t>
            </a:r>
            <a:endParaRPr lang="es-ES" dirty="0" smtClean="0"/>
          </a:p>
          <a:p>
            <a:r>
              <a:rPr lang="es-ES" dirty="0" smtClean="0"/>
              <a:t>UNO R3</a:t>
            </a:r>
          </a:p>
        </p:txBody>
      </p:sp>
      <p:sp>
        <p:nvSpPr>
          <p:cNvPr id="33" name="Rectángulo redondeado 32"/>
          <p:cNvSpPr/>
          <p:nvPr/>
        </p:nvSpPr>
        <p:spPr>
          <a:xfrm>
            <a:off x="1453893" y="2156428"/>
            <a:ext cx="1628008" cy="1626670"/>
          </a:xfrm>
          <a:prstGeom prst="round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5" name="Rectángulo redondeado 34"/>
          <p:cNvSpPr/>
          <p:nvPr/>
        </p:nvSpPr>
        <p:spPr>
          <a:xfrm>
            <a:off x="8839960" y="4207015"/>
            <a:ext cx="2244696" cy="2136276"/>
          </a:xfrm>
          <a:prstGeom prst="round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6" name="Rectángulo redondeado 35"/>
          <p:cNvSpPr/>
          <p:nvPr/>
        </p:nvSpPr>
        <p:spPr>
          <a:xfrm>
            <a:off x="1453893" y="4214761"/>
            <a:ext cx="1628008" cy="1626670"/>
          </a:xfrm>
          <a:prstGeom prst="round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7" name="Rectángulo redondeado 36"/>
          <p:cNvSpPr/>
          <p:nvPr/>
        </p:nvSpPr>
        <p:spPr>
          <a:xfrm>
            <a:off x="8833670" y="1925975"/>
            <a:ext cx="2244696" cy="2136276"/>
          </a:xfrm>
          <a:prstGeom prst="round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52" name="Conector recto de flecha 51"/>
          <p:cNvCxnSpPr>
            <a:stCxn id="35" idx="1"/>
            <a:endCxn id="4" idx="3"/>
          </p:cNvCxnSpPr>
          <p:nvPr/>
        </p:nvCxnSpPr>
        <p:spPr>
          <a:xfrm flipH="1">
            <a:off x="7340601" y="5275153"/>
            <a:ext cx="1499359" cy="382916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de flecha 52"/>
          <p:cNvCxnSpPr>
            <a:stCxn id="37" idx="1"/>
          </p:cNvCxnSpPr>
          <p:nvPr/>
        </p:nvCxnSpPr>
        <p:spPr>
          <a:xfrm flipH="1" flipV="1">
            <a:off x="7373341" y="2586355"/>
            <a:ext cx="1460329" cy="407758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de flecha 57"/>
          <p:cNvCxnSpPr>
            <a:stCxn id="33" idx="3"/>
          </p:cNvCxnSpPr>
          <p:nvPr/>
        </p:nvCxnSpPr>
        <p:spPr>
          <a:xfrm flipV="1">
            <a:off x="3081901" y="2555619"/>
            <a:ext cx="1542449" cy="414144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cto de flecha 60"/>
          <p:cNvCxnSpPr>
            <a:stCxn id="36" idx="3"/>
          </p:cNvCxnSpPr>
          <p:nvPr/>
        </p:nvCxnSpPr>
        <p:spPr>
          <a:xfrm flipV="1">
            <a:off x="3081901" y="4648029"/>
            <a:ext cx="1511060" cy="38006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8899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483267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Diseño MODULAR: Escalable</a:t>
            </a:r>
            <a:endParaRPr lang="es-PE" sz="2400" dirty="0"/>
          </a:p>
          <a:p>
            <a:pPr marL="571500" indent="-571500">
              <a:buClr>
                <a:schemeClr val="bg1">
                  <a:lumMod val="65000"/>
                </a:schemeClr>
              </a:buClr>
              <a:buFont typeface="Arial" pitchFamily="34" charset="0"/>
              <a:buChar char="•"/>
            </a:pPr>
            <a:r>
              <a:rPr lang="es-PE" sz="2400" i="1" dirty="0" smtClean="0"/>
              <a:t> </a:t>
            </a:r>
          </a:p>
          <a:p>
            <a:pPr marL="571500" indent="-571500">
              <a:buClr>
                <a:schemeClr val="bg1">
                  <a:lumMod val="65000"/>
                </a:schemeClr>
              </a:buClr>
              <a:buFont typeface="Arial" pitchFamily="34" charset="0"/>
              <a:buChar char="•"/>
            </a:pPr>
            <a:r>
              <a:rPr lang="es-PE" sz="2400" dirty="0" smtClean="0"/>
              <a:t> </a:t>
            </a:r>
          </a:p>
          <a:p>
            <a:pPr marL="571500" indent="-571500">
              <a:buClr>
                <a:schemeClr val="bg1">
                  <a:lumMod val="65000"/>
                </a:schemeClr>
              </a:buClr>
              <a:buFont typeface="Arial" pitchFamily="34" charset="0"/>
              <a:buChar char="•"/>
            </a:pPr>
            <a:r>
              <a:rPr lang="es-PE" sz="2400" dirty="0"/>
              <a:t> </a:t>
            </a:r>
          </a:p>
          <a:p>
            <a:r>
              <a:rPr lang="es-PE" sz="24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3573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4769553" y="4968792"/>
            <a:ext cx="6584247" cy="1188317"/>
          </a:xfrm>
        </p:spPr>
        <p:txBody>
          <a:bodyPr/>
          <a:lstStyle/>
          <a:p>
            <a:r>
              <a:rPr lang="es-ES" dirty="0" smtClean="0"/>
              <a:t>Plataforma de desarrollo</a:t>
            </a:r>
          </a:p>
          <a:p>
            <a:r>
              <a:rPr lang="es-ES" dirty="0" smtClean="0"/>
              <a:t>Microcontrolador </a:t>
            </a:r>
            <a:r>
              <a:rPr lang="es-ES" dirty="0" err="1" smtClean="0"/>
              <a:t>Atmel</a:t>
            </a:r>
            <a:r>
              <a:rPr lang="es-ES" dirty="0" smtClean="0"/>
              <a:t> ATMega328</a:t>
            </a:r>
            <a:endParaRPr lang="es-ES" dirty="0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235" y="2890578"/>
            <a:ext cx="3042767" cy="2366032"/>
          </a:xfrm>
          <a:prstGeom prst="rect">
            <a:avLst/>
          </a:prstGeom>
        </p:spPr>
      </p:pic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5798091" y="1102207"/>
            <a:ext cx="3265714" cy="2669694"/>
          </a:xfrm>
          <a:prstGeom prst="rect">
            <a:avLst/>
          </a:prstGeom>
        </p:spPr>
      </p:pic>
      <p:sp>
        <p:nvSpPr>
          <p:cNvPr id="10" name="9 Flecha curvada hacia abajo"/>
          <p:cNvSpPr/>
          <p:nvPr/>
        </p:nvSpPr>
        <p:spPr>
          <a:xfrm rot="19935040">
            <a:off x="3377952" y="1986417"/>
            <a:ext cx="3081279" cy="1130143"/>
          </a:xfrm>
          <a:prstGeom prst="curvedDownArrow">
            <a:avLst>
              <a:gd name="adj1" fmla="val 19996"/>
              <a:gd name="adj2" fmla="val 42314"/>
              <a:gd name="adj3" fmla="val 345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410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517573" y="1953492"/>
            <a:ext cx="5836227" cy="4203618"/>
          </a:xfrm>
        </p:spPr>
        <p:txBody>
          <a:bodyPr/>
          <a:lstStyle/>
          <a:p>
            <a:r>
              <a:rPr lang="es-ES" dirty="0" smtClean="0"/>
              <a:t>Flash: 32 kb</a:t>
            </a:r>
          </a:p>
          <a:p>
            <a:r>
              <a:rPr lang="es-ES" dirty="0" smtClean="0"/>
              <a:t>SRAM: 2 kb</a:t>
            </a:r>
          </a:p>
          <a:p>
            <a:r>
              <a:rPr lang="es-ES" dirty="0" smtClean="0"/>
              <a:t>Frecuencia: 20 </a:t>
            </a:r>
            <a:r>
              <a:rPr lang="es-ES" dirty="0" err="1" smtClean="0"/>
              <a:t>Mhz</a:t>
            </a:r>
            <a:endParaRPr lang="es-ES" dirty="0" smtClean="0"/>
          </a:p>
          <a:p>
            <a:r>
              <a:rPr lang="es-ES" dirty="0" smtClean="0"/>
              <a:t>Pines de E/S: 26</a:t>
            </a:r>
          </a:p>
          <a:p>
            <a:r>
              <a:rPr lang="es-ES" dirty="0" smtClean="0"/>
              <a:t>Puerto serial: 1</a:t>
            </a:r>
          </a:p>
          <a:p>
            <a:r>
              <a:rPr lang="es-ES" dirty="0" smtClean="0"/>
              <a:t>Puerto serial software: n</a:t>
            </a:r>
          </a:p>
          <a:p>
            <a:r>
              <a:rPr lang="es-ES" dirty="0" smtClean="0"/>
              <a:t>Consumo: 4mA</a:t>
            </a:r>
          </a:p>
        </p:txBody>
      </p:sp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1600164" y="2172470"/>
            <a:ext cx="3265714" cy="2669694"/>
          </a:xfrm>
          <a:prstGeom prst="rect">
            <a:avLst/>
          </a:prstGeom>
        </p:spPr>
      </p:pic>
      <p:cxnSp>
        <p:nvCxnSpPr>
          <p:cNvPr id="5" name="Conector recto 13"/>
          <p:cNvCxnSpPr/>
          <p:nvPr/>
        </p:nvCxnSpPr>
        <p:spPr>
          <a:xfrm>
            <a:off x="5370615" y="1916049"/>
            <a:ext cx="0" cy="3721608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9310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1563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Diseño MODULAR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/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 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>
                <a:solidFill>
                  <a:schemeClr val="bg1">
                    <a:lumMod val="6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99903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pic>
        <p:nvPicPr>
          <p:cNvPr id="17" name="Marcador de contenido 1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5505" y="2034916"/>
            <a:ext cx="980660" cy="1961319"/>
          </a:xfr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836" y="2195519"/>
            <a:ext cx="998670" cy="998670"/>
          </a:xfrm>
          <a:prstGeom prst="rect">
            <a:avLst/>
          </a:prstGeom>
          <a:scene3d>
            <a:camera prst="orthographicFront">
              <a:rot lat="0" lon="0" rev="6300000"/>
            </a:camera>
            <a:lightRig rig="threePt" dir="t"/>
          </a:scene3d>
        </p:spPr>
      </p:pic>
      <p:sp>
        <p:nvSpPr>
          <p:cNvPr id="8" name="Rectángulo redondeado 7"/>
          <p:cNvSpPr/>
          <p:nvPr/>
        </p:nvSpPr>
        <p:spPr>
          <a:xfrm>
            <a:off x="5415437" y="3194189"/>
            <a:ext cx="1925052" cy="1046748"/>
          </a:xfrm>
          <a:prstGeom prst="roundRect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800" b="1" dirty="0" smtClean="0">
                <a:solidFill>
                  <a:schemeClr val="tx1"/>
                </a:solidFill>
              </a:rPr>
              <a:t>Prototipo</a:t>
            </a:r>
          </a:p>
        </p:txBody>
      </p:sp>
      <p:cxnSp>
        <p:nvCxnSpPr>
          <p:cNvPr id="11" name="Conector recto de flecha 10"/>
          <p:cNvCxnSpPr>
            <a:endCxn id="8" idx="1"/>
          </p:cNvCxnSpPr>
          <p:nvPr/>
        </p:nvCxnSpPr>
        <p:spPr>
          <a:xfrm>
            <a:off x="2888673" y="3044536"/>
            <a:ext cx="2526764" cy="6730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/>
          <p:cNvCxnSpPr>
            <a:stCxn id="8" idx="3"/>
            <a:endCxn id="17" idx="1"/>
          </p:cNvCxnSpPr>
          <p:nvPr/>
        </p:nvCxnSpPr>
        <p:spPr>
          <a:xfrm flipV="1">
            <a:off x="7340489" y="3015576"/>
            <a:ext cx="2275016" cy="7019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/>
          <p:cNvSpPr txBox="1"/>
          <p:nvPr/>
        </p:nvSpPr>
        <p:spPr>
          <a:xfrm>
            <a:off x="2764506" y="2178741"/>
            <a:ext cx="18652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 smtClean="0"/>
              <a:t>Latitud</a:t>
            </a:r>
            <a:r>
              <a:rPr lang="es-PE" sz="1400" dirty="0"/>
              <a:t>: -</a:t>
            </a:r>
            <a:r>
              <a:rPr lang="es-PE" sz="1400" dirty="0" smtClean="0"/>
              <a:t>12.180750</a:t>
            </a:r>
          </a:p>
          <a:p>
            <a:r>
              <a:rPr lang="es-PE" sz="1400" dirty="0"/>
              <a:t>Longitud: -76.994984</a:t>
            </a:r>
          </a:p>
        </p:txBody>
      </p:sp>
      <p:sp>
        <p:nvSpPr>
          <p:cNvPr id="18" name="CuadroTexto 17"/>
          <p:cNvSpPr txBox="1"/>
          <p:nvPr/>
        </p:nvSpPr>
        <p:spPr>
          <a:xfrm>
            <a:off x="3952536" y="3780075"/>
            <a:ext cx="14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b="1" dirty="0" smtClean="0">
                <a:solidFill>
                  <a:srgbClr val="00B050"/>
                </a:solidFill>
              </a:rPr>
              <a:t>RECEPTOR</a:t>
            </a:r>
            <a:endParaRPr lang="es-PE" b="1" dirty="0">
              <a:solidFill>
                <a:srgbClr val="00B050"/>
              </a:solidFill>
            </a:endParaRPr>
          </a:p>
        </p:txBody>
      </p:sp>
      <p:sp>
        <p:nvSpPr>
          <p:cNvPr id="27" name="CuadroTexto 26"/>
          <p:cNvSpPr txBox="1"/>
          <p:nvPr/>
        </p:nvSpPr>
        <p:spPr>
          <a:xfrm>
            <a:off x="1478056" y="5071411"/>
            <a:ext cx="37161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sz="2400" dirty="0" smtClean="0"/>
              <a:t>Receptor GPS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sz="2400" dirty="0" smtClean="0"/>
              <a:t>Transmisor GSM/GPRS</a:t>
            </a:r>
            <a:endParaRPr lang="es-PE" sz="2400" dirty="0"/>
          </a:p>
        </p:txBody>
      </p:sp>
      <p:sp>
        <p:nvSpPr>
          <p:cNvPr id="28" name="CuadroTexto 27"/>
          <p:cNvSpPr txBox="1"/>
          <p:nvPr/>
        </p:nvSpPr>
        <p:spPr>
          <a:xfrm>
            <a:off x="7340489" y="3780075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b="1" dirty="0" smtClean="0">
                <a:solidFill>
                  <a:srgbClr val="00B050"/>
                </a:solidFill>
              </a:rPr>
              <a:t>TRANSMISOR</a:t>
            </a:r>
            <a:endParaRPr lang="es-PE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165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15" r="11580" b="12468"/>
          <a:stretch/>
        </p:blipFill>
        <p:spPr>
          <a:xfrm rot="730320">
            <a:off x="2019109" y="1564887"/>
            <a:ext cx="2677373" cy="2562426"/>
          </a:xfrm>
          <a:prstGeom prst="rect">
            <a:avLst/>
          </a:prstGeom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804703" y="2040412"/>
            <a:ext cx="5115008" cy="1611377"/>
          </a:xfrm>
          <a:solidFill>
            <a:schemeClr val="bg1"/>
          </a:solidFill>
        </p:spPr>
        <p:txBody>
          <a:bodyPr>
            <a:normAutofit fontScale="925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Modem transmisor GSM/GPRS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Tecnología 2G y 2.5G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Velocidad de 56 a 114 Kbps</a:t>
            </a:r>
            <a:endParaRPr lang="es-ES" dirty="0"/>
          </a:p>
        </p:txBody>
      </p:sp>
      <p:cxnSp>
        <p:nvCxnSpPr>
          <p:cNvPr id="14" name="Conector recto 13"/>
          <p:cNvCxnSpPr/>
          <p:nvPr/>
        </p:nvCxnSpPr>
        <p:spPr>
          <a:xfrm>
            <a:off x="5370615" y="1795725"/>
            <a:ext cx="0" cy="210075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Imagen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55264">
            <a:off x="2559040" y="4435806"/>
            <a:ext cx="2076052" cy="1726193"/>
          </a:xfrm>
          <a:prstGeom prst="rect">
            <a:avLst/>
          </a:prstGeom>
        </p:spPr>
      </p:pic>
      <p:cxnSp>
        <p:nvCxnSpPr>
          <p:cNvPr id="16" name="Conector recto 15"/>
          <p:cNvCxnSpPr/>
          <p:nvPr/>
        </p:nvCxnSpPr>
        <p:spPr>
          <a:xfrm>
            <a:off x="5355275" y="4430824"/>
            <a:ext cx="0" cy="1736157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11 Marcador de contenido"/>
          <p:cNvSpPr txBox="1">
            <a:spLocks/>
          </p:cNvSpPr>
          <p:nvPr/>
        </p:nvSpPr>
        <p:spPr>
          <a:xfrm>
            <a:off x="5774022" y="4493213"/>
            <a:ext cx="5115008" cy="161137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Receptor GPS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Decodifica datos de posición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Estándar NMEA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1453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33231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Diseño MODULAR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>
                <a:solidFill>
                  <a:schemeClr val="bg1">
                    <a:lumMod val="65000"/>
                  </a:schemeClr>
                </a:solidFill>
              </a:rPr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Receptor GPS y transmisor GSM/GPRS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 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9308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5078187"/>
            <a:ext cx="6313714" cy="1098776"/>
          </a:xfrm>
        </p:spPr>
        <p:txBody>
          <a:bodyPr>
            <a:normAutofit/>
          </a:bodyPr>
          <a:lstStyle/>
          <a:p>
            <a:r>
              <a:rPr lang="es-PE" dirty="0" smtClean="0"/>
              <a:t>Empleo de una CAMARA IR serial</a:t>
            </a:r>
          </a:p>
          <a:p>
            <a:r>
              <a:rPr lang="es-PE" dirty="0" smtClean="0"/>
              <a:t>Conexión de un Sensor magnético</a:t>
            </a:r>
            <a:endParaRPr lang="es-PE" dirty="0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2542" y="4284710"/>
            <a:ext cx="4067989" cy="1830595"/>
          </a:xfrm>
          <a:prstGeom prst="rect">
            <a:avLst/>
          </a:prstGeom>
          <a:scene3d>
            <a:camera prst="orthographicFront">
              <a:rot lat="0" lon="0" rev="0"/>
            </a:camera>
            <a:lightRig rig="threePt" dir="t"/>
          </a:scene3d>
        </p:spPr>
      </p:pic>
      <p:pic>
        <p:nvPicPr>
          <p:cNvPr id="5" name="4 Imagen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913" y="1699474"/>
            <a:ext cx="5078187" cy="3134579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6" name="5 Imagen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4009" y="2012042"/>
            <a:ext cx="1717221" cy="1717221"/>
          </a:xfrm>
          <a:prstGeom prst="rect">
            <a:avLst/>
          </a:prstGeom>
        </p:spPr>
      </p:pic>
      <p:sp>
        <p:nvSpPr>
          <p:cNvPr id="7" name="6 Elipse"/>
          <p:cNvSpPr/>
          <p:nvPr/>
        </p:nvSpPr>
        <p:spPr>
          <a:xfrm>
            <a:off x="9034645" y="5480314"/>
            <a:ext cx="360260" cy="325583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12 Elipse"/>
          <p:cNvSpPr/>
          <p:nvPr/>
        </p:nvSpPr>
        <p:spPr>
          <a:xfrm>
            <a:off x="9031872" y="2012042"/>
            <a:ext cx="2070830" cy="1841500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5" name="14 Conector recto"/>
          <p:cNvCxnSpPr>
            <a:stCxn id="7" idx="2"/>
            <a:endCxn id="13" idx="2"/>
          </p:cNvCxnSpPr>
          <p:nvPr/>
        </p:nvCxnSpPr>
        <p:spPr>
          <a:xfrm flipH="1" flipV="1">
            <a:off x="9031872" y="2932792"/>
            <a:ext cx="2773" cy="27103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16 Conector recto"/>
          <p:cNvCxnSpPr>
            <a:stCxn id="7" idx="5"/>
            <a:endCxn id="13" idx="5"/>
          </p:cNvCxnSpPr>
          <p:nvPr/>
        </p:nvCxnSpPr>
        <p:spPr>
          <a:xfrm flipV="1">
            <a:off x="9342146" y="3583861"/>
            <a:ext cx="1457290" cy="217435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0 Conector recto de flecha"/>
          <p:cNvCxnSpPr/>
          <p:nvPr/>
        </p:nvCxnSpPr>
        <p:spPr>
          <a:xfrm flipH="1" flipV="1">
            <a:off x="6515101" y="3412671"/>
            <a:ext cx="2383970" cy="1583872"/>
          </a:xfrm>
          <a:prstGeom prst="straightConnector1">
            <a:avLst/>
          </a:prstGeom>
          <a:ln w="1905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5995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324600" y="2106388"/>
            <a:ext cx="3868882" cy="1634340"/>
          </a:xfrm>
        </p:spPr>
        <p:txBody>
          <a:bodyPr>
            <a:normAutofit lnSpcReduction="10000"/>
          </a:bodyPr>
          <a:lstStyle/>
          <a:p>
            <a:r>
              <a:rPr lang="es-PE" dirty="0" smtClean="0"/>
              <a:t>Empleo de una CAMARA IR serial</a:t>
            </a:r>
          </a:p>
          <a:p>
            <a:r>
              <a:rPr lang="es-PE" dirty="0" smtClean="0"/>
              <a:t>Conexión de un Sensor magnético</a:t>
            </a:r>
            <a:endParaRPr lang="es-PE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08" b="22364"/>
          <a:stretch/>
        </p:blipFill>
        <p:spPr>
          <a:xfrm>
            <a:off x="2119746" y="1742643"/>
            <a:ext cx="3030682" cy="2082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406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24735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Diseño MODULAR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>
                <a:solidFill>
                  <a:schemeClr val="bg1">
                    <a:lumMod val="65000"/>
                  </a:schemeClr>
                </a:solidFill>
              </a:rPr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Receptor GPS y transmisor GSM/GPRS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CAMARA IR y sensor magnético</a:t>
            </a:r>
          </a:p>
          <a:p>
            <a:pPr marL="571500" indent="-571500">
              <a:buFont typeface="Arial" pitchFamily="34" charset="0"/>
              <a:buChar char="•"/>
            </a:pPr>
            <a:endParaRPr lang="es-PE" sz="2400" dirty="0"/>
          </a:p>
        </p:txBody>
      </p:sp>
    </p:spTree>
    <p:extLst>
      <p:ext uri="{BB962C8B-B14F-4D97-AF65-F5344CB8AC3E}">
        <p14:creationId xmlns:p14="http://schemas.microsoft.com/office/powerpoint/2010/main" val="2341241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2. Implementación</a:t>
            </a:r>
            <a:endParaRPr lang="es-PE" dirty="0"/>
          </a:p>
        </p:txBody>
      </p:sp>
      <p:sp>
        <p:nvSpPr>
          <p:cNvPr id="5" name="Subtítulo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9243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3. Pruebas</a:t>
            </a:r>
            <a:endParaRPr lang="es-PE" dirty="0"/>
          </a:p>
        </p:txBody>
      </p:sp>
      <p:sp>
        <p:nvSpPr>
          <p:cNvPr id="4" name="Subtítulo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78144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ejor Presentacion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3191</TotalTime>
  <Words>356</Words>
  <Application>Microsoft Office PowerPoint</Application>
  <PresentationFormat>Panorámica</PresentationFormat>
  <Paragraphs>129</Paragraphs>
  <Slides>21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5" baseType="lpstr">
      <vt:lpstr>Arial</vt:lpstr>
      <vt:lpstr>Helvetica</vt:lpstr>
      <vt:lpstr>Wingdings</vt:lpstr>
      <vt:lpstr>Tema de Office</vt:lpstr>
      <vt:lpstr>Telelocalización y Captura de Imágenes</vt:lpstr>
      <vt:lpstr>Telelocalización y Captura de Imágenes</vt:lpstr>
      <vt:lpstr>Telelocalización y Captura de Imágenes</vt:lpstr>
      <vt:lpstr>OBJETIVOS</vt:lpstr>
      <vt:lpstr>IMPORTANCIA</vt:lpstr>
      <vt:lpstr>PROBLEMATICA</vt:lpstr>
      <vt:lpstr>Presentación de PowerPoint</vt:lpstr>
      <vt:lpstr>1. HARDWARE</vt:lpstr>
      <vt:lpstr>1. HARDWARE</vt:lpstr>
      <vt:lpstr>Presentación de PowerPoint</vt:lpstr>
      <vt:lpstr>1. HARDWARE</vt:lpstr>
      <vt:lpstr>1. HARDWARE</vt:lpstr>
      <vt:lpstr>Presentación de PowerPoint</vt:lpstr>
      <vt:lpstr>1. HARDWARE</vt:lpstr>
      <vt:lpstr>1. HARDWARE</vt:lpstr>
      <vt:lpstr>Presentación de PowerPoint</vt:lpstr>
      <vt:lpstr>1. HARDWARE</vt:lpstr>
      <vt:lpstr>1. HARDWARE</vt:lpstr>
      <vt:lpstr>Presentación de PowerPoint</vt:lpstr>
      <vt:lpstr>2. Implementación</vt:lpstr>
      <vt:lpstr>3. Pruebas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Telelocalización y Captura de Imágenes</dc:title>
  <dc:creator>moniyabel</dc:creator>
  <cp:lastModifiedBy>moniyabel</cp:lastModifiedBy>
  <cp:revision>120</cp:revision>
  <dcterms:created xsi:type="dcterms:W3CDTF">2015-11-22T04:05:58Z</dcterms:created>
  <dcterms:modified xsi:type="dcterms:W3CDTF">2015-12-09T05:03:05Z</dcterms:modified>
</cp:coreProperties>
</file>