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5" r:id="rId6"/>
    <p:sldId id="259" r:id="rId7"/>
    <p:sldId id="264" r:id="rId8"/>
    <p:sldId id="266" r:id="rId9"/>
    <p:sldId id="267" r:id="rId10"/>
    <p:sldId id="268" r:id="rId11"/>
    <p:sldId id="270" r:id="rId12"/>
    <p:sldId id="269" r:id="rId13"/>
    <p:sldId id="262" r:id="rId14"/>
    <p:sldId id="263" r:id="rId15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762" autoAdjust="0"/>
    <p:restoredTop sz="94660"/>
  </p:normalViewPr>
  <p:slideViewPr>
    <p:cSldViewPr snapToGrid="0">
      <p:cViewPr varScale="1">
        <p:scale>
          <a:sx n="92" d="100"/>
          <a:sy n="92" d="100"/>
        </p:scale>
        <p:origin x="318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26/11/2015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7754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26/11/2015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94883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26/11/2015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40877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26/11/2015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03788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26/11/2015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34000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26/11/2015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50140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26/11/2015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8904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26/11/2015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934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26/11/2015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38148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26/11/2015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5506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26/11/2015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16057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66D49-C998-4448-A9A4-08248D17FD06}" type="datetimeFigureOut">
              <a:rPr lang="es-PE" smtClean="0"/>
              <a:t>26/11/2015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60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Telelocalización y Captura de Imágenes</a:t>
            </a:r>
            <a:endParaRPr lang="es-PE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PE" sz="3600" dirty="0" smtClean="0"/>
              <a:t>Para Mejorar una Base de Datos Criminalística del Robo de Vehículos en la Ciudad de Lima</a:t>
            </a:r>
            <a:endParaRPr lang="es-PE" sz="3600" dirty="0"/>
          </a:p>
        </p:txBody>
      </p:sp>
    </p:spTree>
    <p:extLst>
      <p:ext uri="{BB962C8B-B14F-4D97-AF65-F5344CB8AC3E}">
        <p14:creationId xmlns:p14="http://schemas.microsoft.com/office/powerpoint/2010/main" val="4065088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00B050"/>
                </a:solidFill>
              </a:rPr>
              <a:t>Telelocalización</a:t>
            </a:r>
            <a:r>
              <a:rPr lang="es-PE" dirty="0" smtClean="0"/>
              <a:t> y</a:t>
            </a:r>
            <a:br>
              <a:rPr lang="es-PE" dirty="0" smtClean="0"/>
            </a:br>
            <a:r>
              <a:rPr lang="es-PE" dirty="0" smtClean="0"/>
              <a:t>Captura de Imágenes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908753"/>
            <a:ext cx="10515600" cy="4351338"/>
          </a:xfrm>
        </p:spPr>
        <p:txBody>
          <a:bodyPr/>
          <a:lstStyle/>
          <a:p>
            <a:endParaRPr lang="es-PE" dirty="0" smtClean="0"/>
          </a:p>
          <a:p>
            <a:r>
              <a:rPr lang="es-PE" dirty="0" smtClean="0"/>
              <a:t>Localización remota en tiempo real</a:t>
            </a:r>
          </a:p>
          <a:p>
            <a:r>
              <a:rPr lang="es-PE" dirty="0" smtClean="0"/>
              <a:t>Basado en sistemas GPS y GSM</a:t>
            </a:r>
          </a:p>
          <a:p>
            <a:r>
              <a:rPr lang="es-PE" dirty="0" smtClean="0"/>
              <a:t>Uso de modem inalámbricos para la transmisión</a:t>
            </a:r>
          </a:p>
          <a:p>
            <a:r>
              <a:rPr lang="es-PE" dirty="0" smtClean="0"/>
              <a:t>Movilidad y comunicación</a:t>
            </a:r>
          </a:p>
          <a:p>
            <a:r>
              <a:rPr lang="es-PE" dirty="0" smtClean="0"/>
              <a:t>Enfocado a automóviles</a:t>
            </a:r>
          </a:p>
          <a:p>
            <a:pPr marL="0" indent="0">
              <a:buNone/>
            </a:pP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6385" y="4084422"/>
            <a:ext cx="3944389" cy="236609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288" b="21052"/>
          <a:stretch/>
        </p:blipFill>
        <p:spPr>
          <a:xfrm>
            <a:off x="6646718" y="5023429"/>
            <a:ext cx="2438400" cy="1454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97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 smtClean="0"/>
              <a:t>Telelocalización y</a:t>
            </a:r>
            <a:br>
              <a:rPr lang="es-PE" dirty="0" smtClean="0"/>
            </a:br>
            <a:r>
              <a:rPr lang="es-PE" b="1" dirty="0" smtClean="0">
                <a:solidFill>
                  <a:srgbClr val="0070C0"/>
                </a:solidFill>
              </a:rPr>
              <a:t>Captura de Imágenes</a:t>
            </a:r>
            <a:endParaRPr lang="es-PE" b="1" dirty="0">
              <a:solidFill>
                <a:srgbClr val="0070C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PE" dirty="0" smtClean="0"/>
          </a:p>
          <a:p>
            <a:r>
              <a:rPr lang="es-PE" dirty="0" smtClean="0"/>
              <a:t>Fotos del interior o exterior del automóvil</a:t>
            </a:r>
          </a:p>
          <a:p>
            <a:r>
              <a:rPr lang="es-PE" dirty="0" smtClean="0"/>
              <a:t>Uso de cámaras </a:t>
            </a:r>
            <a:r>
              <a:rPr lang="es-PE" dirty="0" err="1" smtClean="0"/>
              <a:t>infrarojas</a:t>
            </a:r>
            <a:endParaRPr lang="es-PE" dirty="0" smtClean="0"/>
          </a:p>
          <a:p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586025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OBJETIVOS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306120" y="2192482"/>
            <a:ext cx="2576946" cy="1063048"/>
          </a:xfrm>
        </p:spPr>
        <p:txBody>
          <a:bodyPr>
            <a:noAutofit/>
          </a:bodyPr>
          <a:lstStyle/>
          <a:p>
            <a:r>
              <a:rPr lang="es-PE" sz="3200" dirty="0" smtClean="0"/>
              <a:t>Desarrollar un prototipo</a:t>
            </a:r>
            <a:endParaRPr lang="es-PE" sz="3200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838198" y="3026782"/>
            <a:ext cx="3089563" cy="13863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3200" dirty="0" smtClean="0">
                <a:solidFill>
                  <a:srgbClr val="00B050"/>
                </a:solidFill>
              </a:rPr>
              <a:t>Telelocalización</a:t>
            </a:r>
            <a:r>
              <a:rPr lang="es-PE" sz="3200" dirty="0" smtClean="0"/>
              <a:t> y </a:t>
            </a:r>
            <a:r>
              <a:rPr lang="es-PE" sz="3200" dirty="0" smtClean="0">
                <a:solidFill>
                  <a:srgbClr val="0070C0"/>
                </a:solidFill>
              </a:rPr>
              <a:t>Captura de Imágenes</a:t>
            </a:r>
            <a:endParaRPr lang="es-PE" sz="3200" dirty="0">
              <a:solidFill>
                <a:srgbClr val="0070C0"/>
              </a:solidFill>
            </a:endParaRPr>
          </a:p>
        </p:txBody>
      </p:sp>
      <p:sp>
        <p:nvSpPr>
          <p:cNvPr id="5" name="Marcador de contenido 2"/>
          <p:cNvSpPr txBox="1">
            <a:spLocks/>
          </p:cNvSpPr>
          <p:nvPr/>
        </p:nvSpPr>
        <p:spPr>
          <a:xfrm>
            <a:off x="4338309" y="4402776"/>
            <a:ext cx="2757879" cy="7928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sz="3200" dirty="0" smtClean="0"/>
              <a:t>Implementar un servidor</a:t>
            </a:r>
            <a:endParaRPr lang="es-PE" sz="3200" dirty="0"/>
          </a:p>
        </p:txBody>
      </p:sp>
      <p:cxnSp>
        <p:nvCxnSpPr>
          <p:cNvPr id="7" name="Conector recto 6"/>
          <p:cNvCxnSpPr/>
          <p:nvPr/>
        </p:nvCxnSpPr>
        <p:spPr>
          <a:xfrm>
            <a:off x="4123707" y="2182089"/>
            <a:ext cx="0" cy="3075709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lecha derecha 8"/>
          <p:cNvSpPr/>
          <p:nvPr/>
        </p:nvSpPr>
        <p:spPr>
          <a:xfrm rot="2464850">
            <a:off x="7191662" y="2514371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2" name="Marcador de contenido 2"/>
          <p:cNvSpPr txBox="1">
            <a:spLocks/>
          </p:cNvSpPr>
          <p:nvPr/>
        </p:nvSpPr>
        <p:spPr>
          <a:xfrm>
            <a:off x="7975388" y="2940584"/>
            <a:ext cx="3491285" cy="1558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dirty="0" smtClean="0"/>
              <a:t>Incrementar una base de datos criminalística del robo de vehículos</a:t>
            </a:r>
            <a:endParaRPr lang="es-PE" dirty="0"/>
          </a:p>
        </p:txBody>
      </p:sp>
      <p:sp>
        <p:nvSpPr>
          <p:cNvPr id="13" name="Flecha derecha 8"/>
          <p:cNvSpPr/>
          <p:nvPr/>
        </p:nvSpPr>
        <p:spPr>
          <a:xfrm rot="19587048">
            <a:off x="7186881" y="4329270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4" name="Marcador de contenido 2"/>
          <p:cNvSpPr txBox="1">
            <a:spLocks/>
          </p:cNvSpPr>
          <p:nvPr/>
        </p:nvSpPr>
        <p:spPr>
          <a:xfrm>
            <a:off x="5309580" y="3454183"/>
            <a:ext cx="449337" cy="5315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PE" sz="4000" b="1" dirty="0" smtClean="0"/>
              <a:t>+</a:t>
            </a:r>
            <a:endParaRPr lang="es-PE" sz="4000" b="1" dirty="0"/>
          </a:p>
        </p:txBody>
      </p:sp>
    </p:spTree>
    <p:extLst>
      <p:ext uri="{BB962C8B-B14F-4D97-AF65-F5344CB8AC3E}">
        <p14:creationId xmlns:p14="http://schemas.microsoft.com/office/powerpoint/2010/main" val="2993153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IMPORTANCIA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2365952"/>
            <a:ext cx="4637809" cy="2538557"/>
          </a:xfrm>
        </p:spPr>
        <p:txBody>
          <a:bodyPr/>
          <a:lstStyle/>
          <a:p>
            <a:pPr marL="0" indent="0" algn="ctr">
              <a:buNone/>
            </a:pPr>
            <a:r>
              <a:rPr lang="es-PE" b="1" dirty="0" smtClean="0"/>
              <a:t>Tecnológica</a:t>
            </a:r>
          </a:p>
          <a:p>
            <a:pPr lvl="1"/>
            <a:r>
              <a:rPr lang="es-PE" dirty="0" smtClean="0"/>
              <a:t>Hardware basado en módulos</a:t>
            </a:r>
          </a:p>
          <a:p>
            <a:pPr lvl="1"/>
            <a:r>
              <a:rPr lang="es-PE" dirty="0" smtClean="0"/>
              <a:t>Servidor básico con almacenamiento de imágenes</a:t>
            </a:r>
            <a:endParaRPr lang="es-PE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6012873" y="2365951"/>
            <a:ext cx="4637809" cy="2538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b="1" dirty="0" smtClean="0"/>
              <a:t>Social</a:t>
            </a:r>
          </a:p>
          <a:p>
            <a:pPr lvl="1"/>
            <a:r>
              <a:rPr lang="es-PE" dirty="0" smtClean="0"/>
              <a:t>Ubicar automóviles en caso de robo</a:t>
            </a:r>
          </a:p>
          <a:p>
            <a:pPr lvl="1"/>
            <a:r>
              <a:rPr lang="es-PE" dirty="0" smtClean="0"/>
              <a:t>Fotos del chofer y copiloto</a:t>
            </a:r>
          </a:p>
          <a:p>
            <a:pPr lvl="1"/>
            <a:r>
              <a:rPr lang="es-PE" dirty="0" smtClean="0"/>
              <a:t>Evidencia para las autoridades</a:t>
            </a:r>
          </a:p>
        </p:txBody>
      </p:sp>
    </p:spTree>
    <p:extLst>
      <p:ext uri="{BB962C8B-B14F-4D97-AF65-F5344CB8AC3E}">
        <p14:creationId xmlns:p14="http://schemas.microsoft.com/office/powerpoint/2010/main" val="1784695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FF0000"/>
                </a:solidFill>
              </a:rPr>
              <a:t>PROBLEMATICA</a:t>
            </a:r>
            <a:endParaRPr lang="es-PE" b="1" dirty="0">
              <a:solidFill>
                <a:srgbClr val="FF000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 dirty="0" smtClean="0"/>
              <a:t>Incremento del robo de automóviles</a:t>
            </a:r>
          </a:p>
          <a:p>
            <a:r>
              <a:rPr lang="es-PE" dirty="0" smtClean="0"/>
              <a:t>20 robos por día</a:t>
            </a:r>
          </a:p>
          <a:p>
            <a:r>
              <a:rPr lang="es-PE" dirty="0" smtClean="0"/>
              <a:t>46% del total de robos a nivel nacional ocurre en Lima</a:t>
            </a:r>
          </a:p>
          <a:p>
            <a:r>
              <a:rPr lang="es-PE" dirty="0" smtClean="0"/>
              <a:t>No existe evidencia</a:t>
            </a: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1818" y="4430722"/>
            <a:ext cx="2088572" cy="1912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580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939342" y="2066440"/>
            <a:ext cx="526650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IMPLEMENTACIÓN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FUNCIONAMIENTO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PRUEBAS</a:t>
            </a:r>
            <a:endParaRPr lang="es-PE" sz="4000" dirty="0"/>
          </a:p>
        </p:txBody>
      </p:sp>
      <p:sp>
        <p:nvSpPr>
          <p:cNvPr id="15" name="14 Rectángulo redondeado"/>
          <p:cNvSpPr/>
          <p:nvPr/>
        </p:nvSpPr>
        <p:spPr>
          <a:xfrm>
            <a:off x="2090057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3624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4769552" y="4609810"/>
            <a:ext cx="6584247" cy="1964192"/>
          </a:xfrm>
        </p:spPr>
        <p:txBody>
          <a:bodyPr/>
          <a:lstStyle/>
          <a:p>
            <a:pPr algn="r"/>
            <a:r>
              <a:rPr lang="es-ES" dirty="0" smtClean="0"/>
              <a:t>Plataforma de desarrollo</a:t>
            </a:r>
          </a:p>
          <a:p>
            <a:pPr algn="r"/>
            <a:r>
              <a:rPr lang="es-ES" dirty="0" smtClean="0"/>
              <a:t>Microcontrolador </a:t>
            </a:r>
            <a:r>
              <a:rPr lang="es-ES" dirty="0" err="1" smtClean="0"/>
              <a:t>Atmel</a:t>
            </a:r>
            <a:r>
              <a:rPr lang="es-ES" dirty="0" smtClean="0"/>
              <a:t> ATMega328</a:t>
            </a:r>
            <a:endParaRPr lang="es-ES" dirty="0"/>
          </a:p>
        </p:txBody>
      </p:sp>
      <p:pic>
        <p:nvPicPr>
          <p:cNvPr id="4" name="3 Imagen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235" y="2890578"/>
            <a:ext cx="3042767" cy="2366032"/>
          </a:xfrm>
          <a:prstGeom prst="rect">
            <a:avLst/>
          </a:prstGeom>
        </p:spPr>
      </p:pic>
      <p:pic>
        <p:nvPicPr>
          <p:cNvPr id="6" name="5 Imagen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51"/>
          <a:stretch/>
        </p:blipFill>
        <p:spPr>
          <a:xfrm>
            <a:off x="5798091" y="1102207"/>
            <a:ext cx="3265714" cy="2669694"/>
          </a:xfrm>
          <a:prstGeom prst="rect">
            <a:avLst/>
          </a:prstGeom>
        </p:spPr>
      </p:pic>
      <p:sp>
        <p:nvSpPr>
          <p:cNvPr id="10" name="9 Flecha curvada hacia abajo"/>
          <p:cNvSpPr/>
          <p:nvPr/>
        </p:nvSpPr>
        <p:spPr>
          <a:xfrm rot="19935040">
            <a:off x="3377952" y="1986417"/>
            <a:ext cx="3081279" cy="1130143"/>
          </a:xfrm>
          <a:prstGeom prst="curvedDownArrow">
            <a:avLst>
              <a:gd name="adj1" fmla="val 19996"/>
              <a:gd name="adj2" fmla="val 42314"/>
              <a:gd name="adj3" fmla="val 345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0410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15636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Basado en un MICROCONTROLADOR</a:t>
            </a:r>
            <a:endParaRPr lang="es-PE" sz="2400" dirty="0"/>
          </a:p>
          <a:p>
            <a:pPr marL="571500" indent="-571500">
              <a:buFont typeface="Arial" pitchFamily="34" charset="0"/>
              <a:buChar char="•"/>
            </a:pPr>
            <a:r>
              <a:rPr lang="es-PE" sz="2400" i="1" dirty="0" smtClean="0"/>
              <a:t> 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 </a:t>
            </a:r>
            <a:endParaRPr lang="es-PE" sz="2400" dirty="0"/>
          </a:p>
          <a:p>
            <a:r>
              <a:rPr lang="es-PE" sz="2400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3573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15" r="11580" b="12468"/>
          <a:stretch/>
        </p:blipFill>
        <p:spPr>
          <a:xfrm rot="730320">
            <a:off x="2019109" y="1564887"/>
            <a:ext cx="2677373" cy="2562426"/>
          </a:xfrm>
          <a:prstGeom prst="rect">
            <a:avLst/>
          </a:prstGeom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5804703" y="2040412"/>
            <a:ext cx="5115008" cy="1611377"/>
          </a:xfrm>
          <a:solidFill>
            <a:schemeClr val="bg1"/>
          </a:solidFill>
        </p:spPr>
        <p:txBody>
          <a:bodyPr>
            <a:normAutofit fontScale="925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Modem transmisor GSM/GPRS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Tecnología 2G y 2.5G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Velocidad de 56 a 114 Kbps</a:t>
            </a:r>
            <a:endParaRPr lang="es-ES" dirty="0"/>
          </a:p>
        </p:txBody>
      </p:sp>
      <p:cxnSp>
        <p:nvCxnSpPr>
          <p:cNvPr id="14" name="Conector recto 13"/>
          <p:cNvCxnSpPr/>
          <p:nvPr/>
        </p:nvCxnSpPr>
        <p:spPr>
          <a:xfrm>
            <a:off x="5370615" y="1795725"/>
            <a:ext cx="0" cy="210075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Imagen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55264">
            <a:off x="2559040" y="4435806"/>
            <a:ext cx="2076052" cy="1726193"/>
          </a:xfrm>
          <a:prstGeom prst="rect">
            <a:avLst/>
          </a:prstGeom>
        </p:spPr>
      </p:pic>
      <p:cxnSp>
        <p:nvCxnSpPr>
          <p:cNvPr id="16" name="Conector recto 15"/>
          <p:cNvCxnSpPr/>
          <p:nvPr/>
        </p:nvCxnSpPr>
        <p:spPr>
          <a:xfrm>
            <a:off x="5355275" y="4430824"/>
            <a:ext cx="0" cy="1736157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11 Marcador de contenido"/>
          <p:cNvSpPr txBox="1">
            <a:spLocks/>
          </p:cNvSpPr>
          <p:nvPr/>
        </p:nvSpPr>
        <p:spPr>
          <a:xfrm>
            <a:off x="5774022" y="4493213"/>
            <a:ext cx="5115008" cy="161137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Receptor GPS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Decodifica datos de posición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Estándar NMEA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14535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1296512" y="4706183"/>
            <a:ext cx="7527955" cy="1281716"/>
          </a:xfrm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es-ES" dirty="0" smtClean="0"/>
              <a:t>Empleo de módulos electrónicos</a:t>
            </a:r>
            <a:endParaRPr lang="es-ES" dirty="0"/>
          </a:p>
          <a:p>
            <a:r>
              <a:rPr lang="es-ES" dirty="0" smtClean="0"/>
              <a:t>Receptor GPS y transmisor GSM/GPRS</a:t>
            </a:r>
          </a:p>
        </p:txBody>
      </p:sp>
    </p:spTree>
    <p:extLst>
      <p:ext uri="{BB962C8B-B14F-4D97-AF65-F5344CB8AC3E}">
        <p14:creationId xmlns:p14="http://schemas.microsoft.com/office/powerpoint/2010/main" val="40010183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8500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Basado en un MICROCONTROLADOR</a:t>
            </a:r>
            <a:endParaRPr lang="es-PE" sz="2400" dirty="0"/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Empleo de </a:t>
            </a:r>
            <a:r>
              <a:rPr lang="es-PE" sz="2400" dirty="0" smtClean="0"/>
              <a:t>MODULOS receptor y transmisor</a:t>
            </a:r>
            <a:endParaRPr lang="es-PE" sz="2400" dirty="0"/>
          </a:p>
          <a:p>
            <a:r>
              <a:rPr lang="es-PE" sz="2400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999034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2. Implementación</a:t>
            </a:r>
            <a:endParaRPr lang="es-PE" dirty="0"/>
          </a:p>
        </p:txBody>
      </p:sp>
      <p:sp>
        <p:nvSpPr>
          <p:cNvPr id="5" name="Subtítulo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192433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3. Pruebas</a:t>
            </a:r>
            <a:endParaRPr lang="es-PE" dirty="0"/>
          </a:p>
        </p:txBody>
      </p:sp>
      <p:sp>
        <p:nvSpPr>
          <p:cNvPr id="4" name="Subtítulo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78144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ejor Presentacion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2315</TotalTime>
  <Words>220</Words>
  <Application>Microsoft Office PowerPoint</Application>
  <PresentationFormat>Panorámica</PresentationFormat>
  <Paragraphs>69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Helvetica</vt:lpstr>
      <vt:lpstr>Wingdings</vt:lpstr>
      <vt:lpstr>Tema de Office</vt:lpstr>
      <vt:lpstr>Telelocalización y Captura de Imágenes</vt:lpstr>
      <vt:lpstr>Telelocalización y Captura de Imágenes</vt:lpstr>
      <vt:lpstr>Telelocalización y Captura de Imágenes</vt:lpstr>
      <vt:lpstr>OBJETIVOS</vt:lpstr>
      <vt:lpstr>IMPORTANCIA</vt:lpstr>
      <vt:lpstr>PROBLEMATICA</vt:lpstr>
      <vt:lpstr>Presentación de PowerPoint</vt:lpstr>
      <vt:lpstr>1. HARDWARE</vt:lpstr>
      <vt:lpstr>Presentación de PowerPoint</vt:lpstr>
      <vt:lpstr>1. HARDWARE</vt:lpstr>
      <vt:lpstr>1. HARDWARE</vt:lpstr>
      <vt:lpstr>Presentación de PowerPoint</vt:lpstr>
      <vt:lpstr>2. Implementación</vt:lpstr>
      <vt:lpstr>3. Pruebas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Telelocalización y Captura de Imágenes</dc:title>
  <dc:creator>moniyabel</dc:creator>
  <cp:lastModifiedBy>moniyabel</cp:lastModifiedBy>
  <cp:revision>69</cp:revision>
  <dcterms:created xsi:type="dcterms:W3CDTF">2015-11-22T04:05:58Z</dcterms:created>
  <dcterms:modified xsi:type="dcterms:W3CDTF">2015-11-27T04:13:06Z</dcterms:modified>
</cp:coreProperties>
</file>