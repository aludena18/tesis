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60" r:id="rId5"/>
    <p:sldId id="265" r:id="rId6"/>
    <p:sldId id="259" r:id="rId7"/>
    <p:sldId id="264" r:id="rId8"/>
    <p:sldId id="271" r:id="rId9"/>
    <p:sldId id="267" r:id="rId10"/>
    <p:sldId id="266" r:id="rId11"/>
    <p:sldId id="269" r:id="rId12"/>
    <p:sldId id="273" r:id="rId13"/>
    <p:sldId id="268" r:id="rId14"/>
    <p:sldId id="274" r:id="rId15"/>
    <p:sldId id="272" r:id="rId16"/>
    <p:sldId id="262" r:id="rId17"/>
    <p:sldId id="263" r:id="rId18"/>
  </p:sldIdLst>
  <p:sldSz cx="12192000" cy="6858000"/>
  <p:notesSz cx="6858000" cy="9144000"/>
  <p:defaultTextStyle>
    <a:defPPr>
      <a:defRPr lang="es-P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384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8762" autoAdjust="0"/>
    <p:restoredTop sz="94660"/>
  </p:normalViewPr>
  <p:slideViewPr>
    <p:cSldViewPr snapToGrid="0">
      <p:cViewPr varScale="1">
        <p:scale>
          <a:sx n="79" d="100"/>
          <a:sy n="79" d="100"/>
        </p:scale>
        <p:origin x="72" y="360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s-ES" smtClean="0"/>
              <a:t>Haga clic para modificar el estilo de título del patrón</a:t>
            </a:r>
            <a:endParaRPr lang="es-PE"/>
          </a:p>
        </p:txBody>
      </p:sp>
      <p:sp>
        <p:nvSpPr>
          <p:cNvPr id="3" name="Subtítulo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s-ES" smtClean="0"/>
              <a:t>Haga clic para modificar el estilo de subtítulo del patrón</a:t>
            </a:r>
            <a:endParaRPr lang="es-PE"/>
          </a:p>
        </p:txBody>
      </p:sp>
      <p:sp>
        <p:nvSpPr>
          <p:cNvPr id="4" name="Marcador de fech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D66D49-C998-4448-A9A4-08248D17FD06}" type="datetimeFigureOut">
              <a:rPr lang="es-PE" smtClean="0"/>
              <a:t>02/12/2015</a:t>
            </a:fld>
            <a:endParaRPr lang="es-PE"/>
          </a:p>
        </p:txBody>
      </p:sp>
      <p:sp>
        <p:nvSpPr>
          <p:cNvPr id="5" name="Marcador de pie de página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6" name="Marcador de número de diapositiva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CAB1DEB-54BA-4EF0-87E7-FC0817C8C90F}" type="slidenum">
              <a:rPr lang="es-PE" smtClean="0"/>
              <a:t>‹Nº›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405775459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smtClean="0"/>
              <a:t>Haga clic para modificar el estilo de título del patrón</a:t>
            </a:r>
            <a:endParaRPr lang="es-PE"/>
          </a:p>
        </p:txBody>
      </p:sp>
      <p:sp>
        <p:nvSpPr>
          <p:cNvPr id="3" name="Marcador de contenido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s-ES" smtClean="0"/>
              <a:t>Haga clic para modificar el estilo de texto del patrón</a:t>
            </a:r>
          </a:p>
          <a:p>
            <a:pPr lvl="1"/>
            <a:r>
              <a:rPr lang="es-ES" smtClean="0"/>
              <a:t>Segundo nivel</a:t>
            </a:r>
          </a:p>
          <a:p>
            <a:pPr lvl="2"/>
            <a:r>
              <a:rPr lang="es-ES" smtClean="0"/>
              <a:t>Tercer nivel</a:t>
            </a:r>
          </a:p>
          <a:p>
            <a:pPr lvl="3"/>
            <a:r>
              <a:rPr lang="es-ES" smtClean="0"/>
              <a:t>Cuarto nivel</a:t>
            </a:r>
          </a:p>
          <a:p>
            <a:pPr lvl="4"/>
            <a:r>
              <a:rPr lang="es-ES" smtClean="0"/>
              <a:t>Quinto nivel</a:t>
            </a:r>
            <a:endParaRPr lang="es-PE"/>
          </a:p>
        </p:txBody>
      </p:sp>
      <p:sp>
        <p:nvSpPr>
          <p:cNvPr id="4" name="Marcador de fech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D66D49-C998-4448-A9A4-08248D17FD06}" type="datetimeFigureOut">
              <a:rPr lang="es-PE" smtClean="0"/>
              <a:t>02/12/2015</a:t>
            </a:fld>
            <a:endParaRPr lang="es-PE"/>
          </a:p>
        </p:txBody>
      </p:sp>
      <p:sp>
        <p:nvSpPr>
          <p:cNvPr id="5" name="Marcador de pie de página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6" name="Marcador de número de diapositiva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CAB1DEB-54BA-4EF0-87E7-FC0817C8C90F}" type="slidenum">
              <a:rPr lang="es-PE" smtClean="0"/>
              <a:t>‹Nº›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199488364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s-ES" smtClean="0"/>
              <a:t>Haga clic para modificar el estilo de título del patrón</a:t>
            </a:r>
            <a:endParaRPr lang="es-PE"/>
          </a:p>
        </p:txBody>
      </p:sp>
      <p:sp>
        <p:nvSpPr>
          <p:cNvPr id="3" name="Marcador de texto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s-ES" smtClean="0"/>
              <a:t>Haga clic para modificar el estilo de texto del patrón</a:t>
            </a:r>
          </a:p>
        </p:txBody>
      </p:sp>
      <p:sp>
        <p:nvSpPr>
          <p:cNvPr id="4" name="Marcador de fech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D66D49-C998-4448-A9A4-08248D17FD06}" type="datetimeFigureOut">
              <a:rPr lang="es-PE" smtClean="0"/>
              <a:t>02/12/2015</a:t>
            </a:fld>
            <a:endParaRPr lang="es-PE"/>
          </a:p>
        </p:txBody>
      </p:sp>
      <p:sp>
        <p:nvSpPr>
          <p:cNvPr id="5" name="Marcador de pie de página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6" name="Marcador de número de diapositiva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CAB1DEB-54BA-4EF0-87E7-FC0817C8C90F}" type="slidenum">
              <a:rPr lang="es-PE" smtClean="0"/>
              <a:t>‹Nº›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364087799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os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smtClean="0"/>
              <a:t>Haga clic para modificar el estilo de título del patrón</a:t>
            </a:r>
            <a:endParaRPr lang="es-PE"/>
          </a:p>
        </p:txBody>
      </p:sp>
      <p:sp>
        <p:nvSpPr>
          <p:cNvPr id="3" name="Marcador de contenido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s-ES" smtClean="0"/>
              <a:t>Haga clic para modificar el estilo de texto del patrón</a:t>
            </a:r>
          </a:p>
          <a:p>
            <a:pPr lvl="1"/>
            <a:r>
              <a:rPr lang="es-ES" smtClean="0"/>
              <a:t>Segundo nivel</a:t>
            </a:r>
          </a:p>
          <a:p>
            <a:pPr lvl="2"/>
            <a:r>
              <a:rPr lang="es-ES" smtClean="0"/>
              <a:t>Tercer nivel</a:t>
            </a:r>
          </a:p>
          <a:p>
            <a:pPr lvl="3"/>
            <a:r>
              <a:rPr lang="es-ES" smtClean="0"/>
              <a:t>Cuarto nivel</a:t>
            </a:r>
          </a:p>
          <a:p>
            <a:pPr lvl="4"/>
            <a:r>
              <a:rPr lang="es-ES" smtClean="0"/>
              <a:t>Quinto nivel</a:t>
            </a:r>
            <a:endParaRPr lang="es-PE"/>
          </a:p>
        </p:txBody>
      </p:sp>
      <p:sp>
        <p:nvSpPr>
          <p:cNvPr id="4" name="Marcador de contenido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s-ES" smtClean="0"/>
              <a:t>Haga clic para modificar el estilo de texto del patrón</a:t>
            </a:r>
          </a:p>
          <a:p>
            <a:pPr lvl="1"/>
            <a:r>
              <a:rPr lang="es-ES" smtClean="0"/>
              <a:t>Segundo nivel</a:t>
            </a:r>
          </a:p>
          <a:p>
            <a:pPr lvl="2"/>
            <a:r>
              <a:rPr lang="es-ES" smtClean="0"/>
              <a:t>Tercer nivel</a:t>
            </a:r>
          </a:p>
          <a:p>
            <a:pPr lvl="3"/>
            <a:r>
              <a:rPr lang="es-ES" smtClean="0"/>
              <a:t>Cuarto nivel</a:t>
            </a:r>
          </a:p>
          <a:p>
            <a:pPr lvl="4"/>
            <a:r>
              <a:rPr lang="es-ES" smtClean="0"/>
              <a:t>Quinto nivel</a:t>
            </a:r>
            <a:endParaRPr lang="es-PE"/>
          </a:p>
        </p:txBody>
      </p:sp>
      <p:sp>
        <p:nvSpPr>
          <p:cNvPr id="5" name="Marcador de fecha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D66D49-C998-4448-A9A4-08248D17FD06}" type="datetimeFigureOut">
              <a:rPr lang="es-PE" smtClean="0"/>
              <a:t>02/12/2015</a:t>
            </a:fld>
            <a:endParaRPr lang="es-PE"/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CAB1DEB-54BA-4EF0-87E7-FC0817C8C90F}" type="slidenum">
              <a:rPr lang="es-PE" smtClean="0"/>
              <a:t>‹Nº›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410378869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s-ES" smtClean="0"/>
              <a:t>Haga clic para modificar el estilo de título del patrón</a:t>
            </a:r>
            <a:endParaRPr lang="es-PE"/>
          </a:p>
        </p:txBody>
      </p:sp>
      <p:sp>
        <p:nvSpPr>
          <p:cNvPr id="3" name="Marcador de texto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 smtClean="0"/>
              <a:t>Haga clic para modificar el estilo de texto del patrón</a:t>
            </a:r>
          </a:p>
        </p:txBody>
      </p:sp>
      <p:sp>
        <p:nvSpPr>
          <p:cNvPr id="4" name="Marcador de contenido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s-ES" smtClean="0"/>
              <a:t>Haga clic para modificar el estilo de texto del patrón</a:t>
            </a:r>
          </a:p>
          <a:p>
            <a:pPr lvl="1"/>
            <a:r>
              <a:rPr lang="es-ES" smtClean="0"/>
              <a:t>Segundo nivel</a:t>
            </a:r>
          </a:p>
          <a:p>
            <a:pPr lvl="2"/>
            <a:r>
              <a:rPr lang="es-ES" smtClean="0"/>
              <a:t>Tercer nivel</a:t>
            </a:r>
          </a:p>
          <a:p>
            <a:pPr lvl="3"/>
            <a:r>
              <a:rPr lang="es-ES" smtClean="0"/>
              <a:t>Cuarto nivel</a:t>
            </a:r>
          </a:p>
          <a:p>
            <a:pPr lvl="4"/>
            <a:r>
              <a:rPr lang="es-ES" smtClean="0"/>
              <a:t>Quinto nivel</a:t>
            </a:r>
            <a:endParaRPr lang="es-PE"/>
          </a:p>
        </p:txBody>
      </p:sp>
      <p:sp>
        <p:nvSpPr>
          <p:cNvPr id="5" name="Marcador de texto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 smtClean="0"/>
              <a:t>Haga clic para modificar el estilo de texto del patrón</a:t>
            </a:r>
          </a:p>
        </p:txBody>
      </p:sp>
      <p:sp>
        <p:nvSpPr>
          <p:cNvPr id="6" name="Marcador de contenido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s-ES" smtClean="0"/>
              <a:t>Haga clic para modificar el estilo de texto del patrón</a:t>
            </a:r>
          </a:p>
          <a:p>
            <a:pPr lvl="1"/>
            <a:r>
              <a:rPr lang="es-ES" smtClean="0"/>
              <a:t>Segundo nivel</a:t>
            </a:r>
          </a:p>
          <a:p>
            <a:pPr lvl="2"/>
            <a:r>
              <a:rPr lang="es-ES" smtClean="0"/>
              <a:t>Tercer nivel</a:t>
            </a:r>
          </a:p>
          <a:p>
            <a:pPr lvl="3"/>
            <a:r>
              <a:rPr lang="es-ES" smtClean="0"/>
              <a:t>Cuarto nivel</a:t>
            </a:r>
          </a:p>
          <a:p>
            <a:pPr lvl="4"/>
            <a:r>
              <a:rPr lang="es-ES" smtClean="0"/>
              <a:t>Quinto nivel</a:t>
            </a:r>
            <a:endParaRPr lang="es-PE"/>
          </a:p>
        </p:txBody>
      </p:sp>
      <p:sp>
        <p:nvSpPr>
          <p:cNvPr id="7" name="Marcador de fecha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D66D49-C998-4448-A9A4-08248D17FD06}" type="datetimeFigureOut">
              <a:rPr lang="es-PE" smtClean="0"/>
              <a:t>02/12/2015</a:t>
            </a:fld>
            <a:endParaRPr lang="es-PE"/>
          </a:p>
        </p:txBody>
      </p:sp>
      <p:sp>
        <p:nvSpPr>
          <p:cNvPr id="8" name="Marcador de pie de página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9" name="Marcador de número de diapositiva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CAB1DEB-54BA-4EF0-87E7-FC0817C8C90F}" type="slidenum">
              <a:rPr lang="es-PE" smtClean="0"/>
              <a:t>‹Nº›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243400065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el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smtClean="0"/>
              <a:t>Haga clic para modificar el estilo de título del patrón</a:t>
            </a:r>
            <a:endParaRPr lang="es-PE"/>
          </a:p>
        </p:txBody>
      </p:sp>
      <p:sp>
        <p:nvSpPr>
          <p:cNvPr id="3" name="Marcador de fecha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D66D49-C998-4448-A9A4-08248D17FD06}" type="datetimeFigureOut">
              <a:rPr lang="es-PE" smtClean="0"/>
              <a:t>02/12/2015</a:t>
            </a:fld>
            <a:endParaRPr lang="es-PE"/>
          </a:p>
        </p:txBody>
      </p:sp>
      <p:sp>
        <p:nvSpPr>
          <p:cNvPr id="4" name="Marcador de pie de página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5" name="Marcador de número de diapositiva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CAB1DEB-54BA-4EF0-87E7-FC0817C8C90F}" type="slidenum">
              <a:rPr lang="es-PE" smtClean="0"/>
              <a:t>‹Nº›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295014095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fecha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D66D49-C998-4448-A9A4-08248D17FD06}" type="datetimeFigureOut">
              <a:rPr lang="es-PE" smtClean="0"/>
              <a:t>02/12/2015</a:t>
            </a:fld>
            <a:endParaRPr lang="es-PE"/>
          </a:p>
        </p:txBody>
      </p:sp>
      <p:sp>
        <p:nvSpPr>
          <p:cNvPr id="3" name="Marcador de pie de página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CAB1DEB-54BA-4EF0-87E7-FC0817C8C90F}" type="slidenum">
              <a:rPr lang="es-PE" smtClean="0"/>
              <a:t>‹Nº›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17890479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ido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ES" smtClean="0"/>
              <a:t>Haga clic para modificar el estilo de título del patrón</a:t>
            </a:r>
            <a:endParaRPr lang="es-PE"/>
          </a:p>
        </p:txBody>
      </p:sp>
      <p:sp>
        <p:nvSpPr>
          <p:cNvPr id="3" name="Marcador de contenido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s-ES" smtClean="0"/>
              <a:t>Haga clic para modificar el estilo de texto del patrón</a:t>
            </a:r>
          </a:p>
          <a:p>
            <a:pPr lvl="1"/>
            <a:r>
              <a:rPr lang="es-ES" smtClean="0"/>
              <a:t>Segundo nivel</a:t>
            </a:r>
          </a:p>
          <a:p>
            <a:pPr lvl="2"/>
            <a:r>
              <a:rPr lang="es-ES" smtClean="0"/>
              <a:t>Tercer nivel</a:t>
            </a:r>
          </a:p>
          <a:p>
            <a:pPr lvl="3"/>
            <a:r>
              <a:rPr lang="es-ES" smtClean="0"/>
              <a:t>Cuarto nivel</a:t>
            </a:r>
          </a:p>
          <a:p>
            <a:pPr lvl="4"/>
            <a:r>
              <a:rPr lang="es-ES" smtClean="0"/>
              <a:t>Quinto nivel</a:t>
            </a:r>
            <a:endParaRPr lang="es-PE"/>
          </a:p>
        </p:txBody>
      </p:sp>
      <p:sp>
        <p:nvSpPr>
          <p:cNvPr id="4" name="Marcador de texto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 smtClean="0"/>
              <a:t>Haga clic para modificar el estilo de texto del patrón</a:t>
            </a:r>
          </a:p>
        </p:txBody>
      </p:sp>
      <p:sp>
        <p:nvSpPr>
          <p:cNvPr id="5" name="Marcador de fecha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D66D49-C998-4448-A9A4-08248D17FD06}" type="datetimeFigureOut">
              <a:rPr lang="es-PE" smtClean="0"/>
              <a:t>02/12/2015</a:t>
            </a:fld>
            <a:endParaRPr lang="es-PE"/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CAB1DEB-54BA-4EF0-87E7-FC0817C8C90F}" type="slidenum">
              <a:rPr lang="es-PE" smtClean="0"/>
              <a:t>‹Nº›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189347388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n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ES" smtClean="0"/>
              <a:t>Haga clic para modificar el estilo de título del patrón</a:t>
            </a:r>
            <a:endParaRPr lang="es-PE"/>
          </a:p>
        </p:txBody>
      </p:sp>
      <p:sp>
        <p:nvSpPr>
          <p:cNvPr id="3" name="Marcador de posición de imagen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s-PE"/>
          </a:p>
        </p:txBody>
      </p:sp>
      <p:sp>
        <p:nvSpPr>
          <p:cNvPr id="4" name="Marcador de texto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 smtClean="0"/>
              <a:t>Haga clic para modificar el estilo de texto del patrón</a:t>
            </a:r>
          </a:p>
        </p:txBody>
      </p:sp>
      <p:sp>
        <p:nvSpPr>
          <p:cNvPr id="5" name="Marcador de fecha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D66D49-C998-4448-A9A4-08248D17FD06}" type="datetimeFigureOut">
              <a:rPr lang="es-PE" smtClean="0"/>
              <a:t>02/12/2015</a:t>
            </a:fld>
            <a:endParaRPr lang="es-PE"/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CAB1DEB-54BA-4EF0-87E7-FC0817C8C90F}" type="slidenum">
              <a:rPr lang="es-PE" smtClean="0"/>
              <a:t>‹Nº›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123814855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y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smtClean="0"/>
              <a:t>Haga clic para modificar el estilo de título del patrón</a:t>
            </a:r>
            <a:endParaRPr lang="es-PE"/>
          </a:p>
        </p:txBody>
      </p:sp>
      <p:sp>
        <p:nvSpPr>
          <p:cNvPr id="3" name="Marcador de texto vertical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s-ES" smtClean="0"/>
              <a:t>Haga clic para modificar el estilo de texto del patrón</a:t>
            </a:r>
          </a:p>
          <a:p>
            <a:pPr lvl="1"/>
            <a:r>
              <a:rPr lang="es-ES" smtClean="0"/>
              <a:t>Segundo nivel</a:t>
            </a:r>
          </a:p>
          <a:p>
            <a:pPr lvl="2"/>
            <a:r>
              <a:rPr lang="es-ES" smtClean="0"/>
              <a:t>Tercer nivel</a:t>
            </a:r>
          </a:p>
          <a:p>
            <a:pPr lvl="3"/>
            <a:r>
              <a:rPr lang="es-ES" smtClean="0"/>
              <a:t>Cuarto nivel</a:t>
            </a:r>
          </a:p>
          <a:p>
            <a:pPr lvl="4"/>
            <a:r>
              <a:rPr lang="es-ES" smtClean="0"/>
              <a:t>Quinto nivel</a:t>
            </a:r>
            <a:endParaRPr lang="es-PE"/>
          </a:p>
        </p:txBody>
      </p:sp>
      <p:sp>
        <p:nvSpPr>
          <p:cNvPr id="4" name="Marcador de fech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D66D49-C998-4448-A9A4-08248D17FD06}" type="datetimeFigureOut">
              <a:rPr lang="es-PE" smtClean="0"/>
              <a:t>02/12/2015</a:t>
            </a:fld>
            <a:endParaRPr lang="es-PE"/>
          </a:p>
        </p:txBody>
      </p:sp>
      <p:sp>
        <p:nvSpPr>
          <p:cNvPr id="5" name="Marcador de pie de página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6" name="Marcador de número de diapositiva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CAB1DEB-54BA-4EF0-87E7-FC0817C8C90F}" type="slidenum">
              <a:rPr lang="es-PE" smtClean="0"/>
              <a:t>‹Nº›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24550698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vertical y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s-ES" smtClean="0"/>
              <a:t>Haga clic para modificar el estilo de título del patrón</a:t>
            </a:r>
            <a:endParaRPr lang="es-PE"/>
          </a:p>
        </p:txBody>
      </p:sp>
      <p:sp>
        <p:nvSpPr>
          <p:cNvPr id="3" name="Marcador de texto vertical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s-ES" smtClean="0"/>
              <a:t>Haga clic para modificar el estilo de texto del patrón</a:t>
            </a:r>
          </a:p>
          <a:p>
            <a:pPr lvl="1"/>
            <a:r>
              <a:rPr lang="es-ES" smtClean="0"/>
              <a:t>Segundo nivel</a:t>
            </a:r>
          </a:p>
          <a:p>
            <a:pPr lvl="2"/>
            <a:r>
              <a:rPr lang="es-ES" smtClean="0"/>
              <a:t>Tercer nivel</a:t>
            </a:r>
          </a:p>
          <a:p>
            <a:pPr lvl="3"/>
            <a:r>
              <a:rPr lang="es-ES" smtClean="0"/>
              <a:t>Cuarto nivel</a:t>
            </a:r>
          </a:p>
          <a:p>
            <a:pPr lvl="4"/>
            <a:r>
              <a:rPr lang="es-ES" smtClean="0"/>
              <a:t>Quinto nivel</a:t>
            </a:r>
            <a:endParaRPr lang="es-PE"/>
          </a:p>
        </p:txBody>
      </p:sp>
      <p:sp>
        <p:nvSpPr>
          <p:cNvPr id="4" name="Marcador de fech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D66D49-C998-4448-A9A4-08248D17FD06}" type="datetimeFigureOut">
              <a:rPr lang="es-PE" smtClean="0"/>
              <a:t>02/12/2015</a:t>
            </a:fld>
            <a:endParaRPr lang="es-PE"/>
          </a:p>
        </p:txBody>
      </p:sp>
      <p:sp>
        <p:nvSpPr>
          <p:cNvPr id="5" name="Marcador de pie de página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6" name="Marcador de número de diapositiva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CAB1DEB-54BA-4EF0-87E7-FC0817C8C90F}" type="slidenum">
              <a:rPr lang="es-PE" smtClean="0"/>
              <a:t>‹Nº›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111605701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título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s-ES" smtClean="0"/>
              <a:t>Haga clic para modificar el estilo de título del patrón</a:t>
            </a:r>
            <a:endParaRPr lang="es-PE"/>
          </a:p>
        </p:txBody>
      </p:sp>
      <p:sp>
        <p:nvSpPr>
          <p:cNvPr id="3" name="Marcador de texto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s-ES" smtClean="0"/>
              <a:t>Haga clic para modificar el estilo de texto del patrón</a:t>
            </a:r>
          </a:p>
          <a:p>
            <a:pPr lvl="1"/>
            <a:r>
              <a:rPr lang="es-ES" smtClean="0"/>
              <a:t>Segundo nivel</a:t>
            </a:r>
          </a:p>
          <a:p>
            <a:pPr lvl="2"/>
            <a:r>
              <a:rPr lang="es-ES" smtClean="0"/>
              <a:t>Tercer nivel</a:t>
            </a:r>
          </a:p>
          <a:p>
            <a:pPr lvl="3"/>
            <a:r>
              <a:rPr lang="es-ES" smtClean="0"/>
              <a:t>Cuarto nivel</a:t>
            </a:r>
          </a:p>
          <a:p>
            <a:pPr lvl="4"/>
            <a:r>
              <a:rPr lang="es-ES" smtClean="0"/>
              <a:t>Quinto nivel</a:t>
            </a:r>
            <a:endParaRPr lang="es-PE"/>
          </a:p>
        </p:txBody>
      </p:sp>
      <p:sp>
        <p:nvSpPr>
          <p:cNvPr id="4" name="Marcador de fecha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3D66D49-C998-4448-A9A4-08248D17FD06}" type="datetimeFigureOut">
              <a:rPr lang="es-PE" smtClean="0"/>
              <a:t>02/12/2015</a:t>
            </a:fld>
            <a:endParaRPr lang="es-PE"/>
          </a:p>
        </p:txBody>
      </p:sp>
      <p:sp>
        <p:nvSpPr>
          <p:cNvPr id="5" name="Marcador de pie de página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s-PE"/>
          </a:p>
        </p:txBody>
      </p:sp>
      <p:sp>
        <p:nvSpPr>
          <p:cNvPr id="6" name="Marcador de número de diapositiva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CAB1DEB-54BA-4EF0-87E7-FC0817C8C90F}" type="slidenum">
              <a:rPr lang="es-PE" smtClean="0"/>
              <a:t>‹Nº›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17660024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s-P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jpeg"/><Relationship Id="rId2" Type="http://schemas.openxmlformats.org/officeDocument/2006/relationships/image" Target="../media/image7.jpe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s-PE" dirty="0" smtClean="0"/>
              <a:t>Telelocalización y Captura de Imágenes</a:t>
            </a:r>
            <a:endParaRPr lang="es-PE" dirty="0"/>
          </a:p>
        </p:txBody>
      </p:sp>
      <p:sp>
        <p:nvSpPr>
          <p:cNvPr id="3" name="Subtítulo 2"/>
          <p:cNvSpPr>
            <a:spLocks noGrp="1"/>
          </p:cNvSpPr>
          <p:nvPr>
            <p:ph type="subTitle" idx="1"/>
          </p:nvPr>
        </p:nvSpPr>
        <p:spPr/>
        <p:txBody>
          <a:bodyPr>
            <a:normAutofit/>
          </a:bodyPr>
          <a:lstStyle/>
          <a:p>
            <a:r>
              <a:rPr lang="es-PE" sz="3600" dirty="0" smtClean="0"/>
              <a:t>Para Mejorar una Base de Datos Criminalística del Robo de Vehículos en la Ciudad de Lima</a:t>
            </a:r>
            <a:endParaRPr lang="es-PE" sz="3600" dirty="0"/>
          </a:p>
        </p:txBody>
      </p:sp>
    </p:spTree>
    <p:extLst>
      <p:ext uri="{BB962C8B-B14F-4D97-AF65-F5344CB8AC3E}">
        <p14:creationId xmlns:p14="http://schemas.microsoft.com/office/powerpoint/2010/main" val="406508879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PE" b="1" dirty="0" smtClean="0">
                <a:solidFill>
                  <a:srgbClr val="00B050"/>
                </a:solidFill>
              </a:rPr>
              <a:t>Telelocalización</a:t>
            </a:r>
            <a:r>
              <a:rPr lang="es-PE" dirty="0" smtClean="0"/>
              <a:t> y</a:t>
            </a:r>
            <a:br>
              <a:rPr lang="es-PE" dirty="0" smtClean="0"/>
            </a:br>
            <a:r>
              <a:rPr lang="es-PE" dirty="0" smtClean="0"/>
              <a:t>Captura de Imágenes</a:t>
            </a:r>
            <a:endParaRPr lang="es-PE" dirty="0"/>
          </a:p>
        </p:txBody>
      </p:sp>
      <p:sp>
        <p:nvSpPr>
          <p:cNvPr id="3" name="Marcador de contenido 2"/>
          <p:cNvSpPr>
            <a:spLocks noGrp="1"/>
          </p:cNvSpPr>
          <p:nvPr>
            <p:ph idx="1"/>
          </p:nvPr>
        </p:nvSpPr>
        <p:spPr>
          <a:xfrm>
            <a:off x="838200" y="1908753"/>
            <a:ext cx="10515600" cy="4351338"/>
          </a:xfrm>
        </p:spPr>
        <p:txBody>
          <a:bodyPr/>
          <a:lstStyle/>
          <a:p>
            <a:endParaRPr lang="es-PE" dirty="0" smtClean="0"/>
          </a:p>
          <a:p>
            <a:r>
              <a:rPr lang="es-PE" dirty="0" smtClean="0"/>
              <a:t>Localización remota en tiempo real</a:t>
            </a:r>
          </a:p>
          <a:p>
            <a:r>
              <a:rPr lang="es-PE" dirty="0" smtClean="0"/>
              <a:t>Basado en sistemas GPS y GSM</a:t>
            </a:r>
          </a:p>
          <a:p>
            <a:r>
              <a:rPr lang="es-PE" dirty="0" smtClean="0"/>
              <a:t>Uso de modem inalámbricos para la transmisión</a:t>
            </a:r>
          </a:p>
          <a:p>
            <a:r>
              <a:rPr lang="es-PE" dirty="0" smtClean="0"/>
              <a:t>Movilidad y comunicación</a:t>
            </a:r>
          </a:p>
          <a:p>
            <a:r>
              <a:rPr lang="es-PE" dirty="0" smtClean="0"/>
              <a:t>Enfocado a automóviles</a:t>
            </a:r>
          </a:p>
          <a:p>
            <a:pPr marL="0" indent="0">
              <a:buNone/>
            </a:pPr>
            <a:endParaRPr lang="es-PE" dirty="0"/>
          </a:p>
        </p:txBody>
      </p:sp>
      <p:pic>
        <p:nvPicPr>
          <p:cNvPr id="4" name="Imagen 3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126385" y="4084422"/>
            <a:ext cx="3944389" cy="2366094"/>
          </a:xfrm>
          <a:prstGeom prst="rect">
            <a:avLst/>
          </a:prstGeom>
        </p:spPr>
      </p:pic>
      <p:pic>
        <p:nvPicPr>
          <p:cNvPr id="5" name="Imagen 4"/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9288" b="21052"/>
          <a:stretch/>
        </p:blipFill>
        <p:spPr>
          <a:xfrm>
            <a:off x="6646718" y="5023429"/>
            <a:ext cx="2438400" cy="14547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3789711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PE" dirty="0" smtClean="0"/>
              <a:t>Telelocalización y</a:t>
            </a:r>
            <a:br>
              <a:rPr lang="es-PE" dirty="0" smtClean="0"/>
            </a:br>
            <a:r>
              <a:rPr lang="es-PE" b="1" dirty="0" smtClean="0">
                <a:solidFill>
                  <a:srgbClr val="0070C0"/>
                </a:solidFill>
              </a:rPr>
              <a:t>Captura de Imágenes</a:t>
            </a:r>
            <a:endParaRPr lang="es-PE" b="1" dirty="0">
              <a:solidFill>
                <a:srgbClr val="0070C0"/>
              </a:solidFill>
            </a:endParaRPr>
          </a:p>
        </p:txBody>
      </p:sp>
      <p:sp>
        <p:nvSpPr>
          <p:cNvPr id="3" name="Marcador de contenido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s-PE" dirty="0" smtClean="0"/>
          </a:p>
          <a:p>
            <a:r>
              <a:rPr lang="es-PE" dirty="0" smtClean="0"/>
              <a:t>Fotos del interior o exterior del automóvil</a:t>
            </a:r>
          </a:p>
          <a:p>
            <a:r>
              <a:rPr lang="es-PE" dirty="0" smtClean="0"/>
              <a:t>Uso de cámaras </a:t>
            </a:r>
            <a:r>
              <a:rPr lang="es-PE" dirty="0" err="1" smtClean="0"/>
              <a:t>infrarojas</a:t>
            </a:r>
            <a:endParaRPr lang="es-PE" dirty="0" smtClean="0"/>
          </a:p>
          <a:p>
            <a:endParaRPr lang="es-PE" dirty="0"/>
          </a:p>
        </p:txBody>
      </p:sp>
    </p:spTree>
    <p:extLst>
      <p:ext uri="{BB962C8B-B14F-4D97-AF65-F5344CB8AC3E}">
        <p14:creationId xmlns:p14="http://schemas.microsoft.com/office/powerpoint/2010/main" val="58602537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PE" b="1" dirty="0" smtClean="0"/>
              <a:t>OBJETIVOS</a:t>
            </a:r>
            <a:endParaRPr lang="es-PE" b="1" dirty="0"/>
          </a:p>
        </p:txBody>
      </p:sp>
      <p:sp>
        <p:nvSpPr>
          <p:cNvPr id="3" name="Marcador de contenido 2"/>
          <p:cNvSpPr>
            <a:spLocks noGrp="1"/>
          </p:cNvSpPr>
          <p:nvPr>
            <p:ph idx="1"/>
          </p:nvPr>
        </p:nvSpPr>
        <p:spPr>
          <a:xfrm>
            <a:off x="4306120" y="2192482"/>
            <a:ext cx="2576946" cy="1063048"/>
          </a:xfrm>
        </p:spPr>
        <p:txBody>
          <a:bodyPr>
            <a:noAutofit/>
          </a:bodyPr>
          <a:lstStyle/>
          <a:p>
            <a:r>
              <a:rPr lang="es-PE" sz="3200" dirty="0" smtClean="0"/>
              <a:t>Desarrollar un prototipo</a:t>
            </a:r>
            <a:endParaRPr lang="es-PE" sz="3200" dirty="0"/>
          </a:p>
        </p:txBody>
      </p:sp>
      <p:sp>
        <p:nvSpPr>
          <p:cNvPr id="4" name="Marcador de contenido 2"/>
          <p:cNvSpPr txBox="1">
            <a:spLocks/>
          </p:cNvSpPr>
          <p:nvPr/>
        </p:nvSpPr>
        <p:spPr>
          <a:xfrm>
            <a:off x="838198" y="3026782"/>
            <a:ext cx="3089563" cy="1386326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s-PE" sz="3200" dirty="0" smtClean="0">
                <a:solidFill>
                  <a:srgbClr val="00B050"/>
                </a:solidFill>
              </a:rPr>
              <a:t>Telelocalización</a:t>
            </a:r>
            <a:r>
              <a:rPr lang="es-PE" sz="3200" dirty="0" smtClean="0"/>
              <a:t> y </a:t>
            </a:r>
            <a:r>
              <a:rPr lang="es-PE" sz="3200" dirty="0" smtClean="0">
                <a:solidFill>
                  <a:srgbClr val="0070C0"/>
                </a:solidFill>
              </a:rPr>
              <a:t>Captura de Imágenes</a:t>
            </a:r>
            <a:endParaRPr lang="es-PE" sz="3200" dirty="0">
              <a:solidFill>
                <a:srgbClr val="0070C0"/>
              </a:solidFill>
            </a:endParaRPr>
          </a:p>
        </p:txBody>
      </p:sp>
      <p:sp>
        <p:nvSpPr>
          <p:cNvPr id="5" name="Marcador de contenido 2"/>
          <p:cNvSpPr txBox="1">
            <a:spLocks/>
          </p:cNvSpPr>
          <p:nvPr/>
        </p:nvSpPr>
        <p:spPr>
          <a:xfrm>
            <a:off x="4338309" y="4402776"/>
            <a:ext cx="2757879" cy="792884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s-PE" sz="3200" dirty="0" smtClean="0"/>
              <a:t>Implementar un servidor</a:t>
            </a:r>
            <a:endParaRPr lang="es-PE" sz="3200" dirty="0"/>
          </a:p>
        </p:txBody>
      </p:sp>
      <p:cxnSp>
        <p:nvCxnSpPr>
          <p:cNvPr id="7" name="Conector recto 6"/>
          <p:cNvCxnSpPr/>
          <p:nvPr/>
        </p:nvCxnSpPr>
        <p:spPr>
          <a:xfrm>
            <a:off x="4123707" y="2182089"/>
            <a:ext cx="0" cy="3075709"/>
          </a:xfrm>
          <a:prstGeom prst="line">
            <a:avLst/>
          </a:prstGeom>
          <a:ln w="38100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Flecha derecha 8"/>
          <p:cNvSpPr/>
          <p:nvPr/>
        </p:nvSpPr>
        <p:spPr>
          <a:xfrm rot="2464850">
            <a:off x="7191662" y="2514371"/>
            <a:ext cx="910935" cy="602793"/>
          </a:xfrm>
          <a:prstGeom prst="rightArrow">
            <a:avLst/>
          </a:prstGeom>
          <a:solidFill>
            <a:schemeClr val="bg1">
              <a:lumMod val="85000"/>
            </a:schemeClr>
          </a:solidFill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PE"/>
          </a:p>
        </p:txBody>
      </p:sp>
      <p:sp>
        <p:nvSpPr>
          <p:cNvPr id="12" name="Marcador de contenido 2"/>
          <p:cNvSpPr txBox="1">
            <a:spLocks/>
          </p:cNvSpPr>
          <p:nvPr/>
        </p:nvSpPr>
        <p:spPr>
          <a:xfrm>
            <a:off x="7975388" y="2940584"/>
            <a:ext cx="3491285" cy="1558721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s-PE" dirty="0" smtClean="0"/>
              <a:t>Incrementar una base de datos criminalística del robo de vehículos</a:t>
            </a:r>
            <a:endParaRPr lang="es-PE" dirty="0"/>
          </a:p>
        </p:txBody>
      </p:sp>
      <p:sp>
        <p:nvSpPr>
          <p:cNvPr id="13" name="Flecha derecha 8"/>
          <p:cNvSpPr/>
          <p:nvPr/>
        </p:nvSpPr>
        <p:spPr>
          <a:xfrm rot="19587048">
            <a:off x="7186881" y="4329270"/>
            <a:ext cx="910935" cy="602793"/>
          </a:xfrm>
          <a:prstGeom prst="rightArrow">
            <a:avLst/>
          </a:prstGeom>
          <a:solidFill>
            <a:schemeClr val="bg1">
              <a:lumMod val="85000"/>
            </a:schemeClr>
          </a:solidFill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PE"/>
          </a:p>
        </p:txBody>
      </p:sp>
      <p:sp>
        <p:nvSpPr>
          <p:cNvPr id="14" name="Marcador de contenido 2"/>
          <p:cNvSpPr txBox="1">
            <a:spLocks/>
          </p:cNvSpPr>
          <p:nvPr/>
        </p:nvSpPr>
        <p:spPr>
          <a:xfrm>
            <a:off x="5309580" y="3454183"/>
            <a:ext cx="449337" cy="531524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s-PE" sz="4000" b="1" dirty="0" smtClean="0"/>
              <a:t>+</a:t>
            </a:r>
            <a:endParaRPr lang="es-PE" sz="4000" b="1" dirty="0"/>
          </a:p>
        </p:txBody>
      </p:sp>
    </p:spTree>
    <p:extLst>
      <p:ext uri="{BB962C8B-B14F-4D97-AF65-F5344CB8AC3E}">
        <p14:creationId xmlns:p14="http://schemas.microsoft.com/office/powerpoint/2010/main" val="299315349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PE" b="1" dirty="0" smtClean="0"/>
              <a:t>IMPORTANCIA</a:t>
            </a:r>
            <a:endParaRPr lang="es-PE" b="1" dirty="0"/>
          </a:p>
        </p:txBody>
      </p:sp>
      <p:sp>
        <p:nvSpPr>
          <p:cNvPr id="3" name="Marcador de contenido 2"/>
          <p:cNvSpPr>
            <a:spLocks noGrp="1"/>
          </p:cNvSpPr>
          <p:nvPr>
            <p:ph idx="1"/>
          </p:nvPr>
        </p:nvSpPr>
        <p:spPr>
          <a:xfrm>
            <a:off x="838200" y="2365952"/>
            <a:ext cx="4637809" cy="2538557"/>
          </a:xfrm>
        </p:spPr>
        <p:txBody>
          <a:bodyPr/>
          <a:lstStyle/>
          <a:p>
            <a:pPr marL="0" indent="0" algn="ctr">
              <a:buNone/>
            </a:pPr>
            <a:r>
              <a:rPr lang="es-PE" b="1" dirty="0" smtClean="0"/>
              <a:t>Tecnológica</a:t>
            </a:r>
          </a:p>
          <a:p>
            <a:pPr lvl="1"/>
            <a:r>
              <a:rPr lang="es-PE" dirty="0" smtClean="0"/>
              <a:t>Hardware basado en módulos</a:t>
            </a:r>
          </a:p>
          <a:p>
            <a:pPr lvl="1"/>
            <a:r>
              <a:rPr lang="es-PE" dirty="0" smtClean="0"/>
              <a:t>Servidor básico con almacenamiento de imágenes</a:t>
            </a:r>
            <a:endParaRPr lang="es-PE" dirty="0"/>
          </a:p>
        </p:txBody>
      </p:sp>
      <p:sp>
        <p:nvSpPr>
          <p:cNvPr id="4" name="Marcador de contenido 2"/>
          <p:cNvSpPr txBox="1">
            <a:spLocks/>
          </p:cNvSpPr>
          <p:nvPr/>
        </p:nvSpPr>
        <p:spPr>
          <a:xfrm>
            <a:off x="6012873" y="2365951"/>
            <a:ext cx="4637809" cy="253855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s-PE" b="1" dirty="0" smtClean="0"/>
              <a:t>Social</a:t>
            </a:r>
          </a:p>
          <a:p>
            <a:pPr lvl="1"/>
            <a:r>
              <a:rPr lang="es-PE" dirty="0" smtClean="0"/>
              <a:t>Ubicar automóviles en caso de robo</a:t>
            </a:r>
          </a:p>
          <a:p>
            <a:pPr lvl="1"/>
            <a:r>
              <a:rPr lang="es-PE" dirty="0" smtClean="0"/>
              <a:t>Fotos del chofer y copiloto</a:t>
            </a:r>
          </a:p>
          <a:p>
            <a:pPr lvl="1"/>
            <a:r>
              <a:rPr lang="es-PE" dirty="0" smtClean="0"/>
              <a:t>Evidencia para las autoridades</a:t>
            </a:r>
          </a:p>
        </p:txBody>
      </p:sp>
    </p:spTree>
    <p:extLst>
      <p:ext uri="{BB962C8B-B14F-4D97-AF65-F5344CB8AC3E}">
        <p14:creationId xmlns:p14="http://schemas.microsoft.com/office/powerpoint/2010/main" val="178469582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PE" b="1" dirty="0" smtClean="0">
                <a:solidFill>
                  <a:srgbClr val="FF0000"/>
                </a:solidFill>
              </a:rPr>
              <a:t>PROBLEMATICA</a:t>
            </a:r>
            <a:endParaRPr lang="es-PE" b="1" dirty="0">
              <a:solidFill>
                <a:srgbClr val="FF0000"/>
              </a:solidFill>
            </a:endParaRPr>
          </a:p>
        </p:txBody>
      </p:sp>
      <p:sp>
        <p:nvSpPr>
          <p:cNvPr id="3" name="Marcador de contenido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s-PE" dirty="0" smtClean="0"/>
              <a:t>Incremento del robo de automóviles</a:t>
            </a:r>
          </a:p>
          <a:p>
            <a:r>
              <a:rPr lang="es-PE" dirty="0" smtClean="0"/>
              <a:t>20 robos por día</a:t>
            </a:r>
          </a:p>
          <a:p>
            <a:r>
              <a:rPr lang="es-PE" dirty="0" smtClean="0"/>
              <a:t>46% del total de robos a nivel nacional ocurre en Lima</a:t>
            </a:r>
          </a:p>
          <a:p>
            <a:r>
              <a:rPr lang="es-PE" dirty="0" smtClean="0"/>
              <a:t>No existe evidencia</a:t>
            </a:r>
            <a:endParaRPr lang="es-PE" dirty="0"/>
          </a:p>
        </p:txBody>
      </p:sp>
      <p:pic>
        <p:nvPicPr>
          <p:cNvPr id="4" name="Imagen 3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351818" y="4430722"/>
            <a:ext cx="2088572" cy="19123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4958017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uadroTexto 4"/>
          <p:cNvSpPr txBox="1"/>
          <p:nvPr/>
        </p:nvSpPr>
        <p:spPr>
          <a:xfrm>
            <a:off x="4939342" y="2066440"/>
            <a:ext cx="5266506" cy="255454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342900" indent="-342900">
              <a:buAutoNum type="arabicPeriod"/>
            </a:pPr>
            <a:r>
              <a:rPr lang="es-PE" sz="4000" dirty="0" smtClean="0"/>
              <a:t>HARDWARE</a:t>
            </a:r>
          </a:p>
          <a:p>
            <a:pPr marL="342900" indent="-342900">
              <a:buAutoNum type="arabicPeriod"/>
            </a:pPr>
            <a:r>
              <a:rPr lang="es-PE" sz="4000" dirty="0" smtClean="0"/>
              <a:t>IMPLEMENTACIÓN</a:t>
            </a:r>
          </a:p>
          <a:p>
            <a:pPr marL="342900" indent="-342900">
              <a:buAutoNum type="arabicPeriod"/>
            </a:pPr>
            <a:r>
              <a:rPr lang="es-PE" sz="4000" dirty="0" smtClean="0"/>
              <a:t>FUNCIONAMIENTO</a:t>
            </a:r>
          </a:p>
          <a:p>
            <a:pPr marL="342900" indent="-342900">
              <a:buAutoNum type="arabicPeriod"/>
            </a:pPr>
            <a:r>
              <a:rPr lang="es-PE" sz="4000" dirty="0" smtClean="0"/>
              <a:t>PRUEBAS</a:t>
            </a:r>
            <a:endParaRPr lang="es-PE" sz="4000" dirty="0"/>
          </a:p>
        </p:txBody>
      </p:sp>
      <p:sp>
        <p:nvSpPr>
          <p:cNvPr id="15" name="14 Rectángulo redondeado"/>
          <p:cNvSpPr/>
          <p:nvPr/>
        </p:nvSpPr>
        <p:spPr>
          <a:xfrm>
            <a:off x="2090057" y="2131754"/>
            <a:ext cx="2539293" cy="2423916"/>
          </a:xfrm>
          <a:prstGeom prst="roundRect">
            <a:avLst/>
          </a:prstGeom>
          <a:noFill/>
          <a:ln w="1905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" sz="3600" b="1" dirty="0" smtClean="0">
                <a:solidFill>
                  <a:srgbClr val="00B050"/>
                </a:solidFill>
              </a:rPr>
              <a:t>Prototipo</a:t>
            </a:r>
          </a:p>
          <a:p>
            <a:pPr algn="ctr"/>
            <a:r>
              <a:rPr lang="es-ES" sz="3600" b="1" dirty="0" smtClean="0">
                <a:solidFill>
                  <a:schemeClr val="tx1"/>
                </a:solidFill>
              </a:rPr>
              <a:t>+</a:t>
            </a:r>
          </a:p>
          <a:p>
            <a:pPr algn="ctr"/>
            <a:r>
              <a:rPr lang="es-ES" sz="3600" b="1" dirty="0" smtClean="0">
                <a:solidFill>
                  <a:srgbClr val="0070C0"/>
                </a:solidFill>
              </a:rPr>
              <a:t>Servidor</a:t>
            </a:r>
            <a:endParaRPr lang="es-ES" sz="3600" b="1" dirty="0">
              <a:solidFill>
                <a:srgbClr val="0070C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94362410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 smtClean="0"/>
              <a:t>1. HARDWARE</a:t>
            </a:r>
            <a:endParaRPr lang="es-ES" dirty="0"/>
          </a:p>
        </p:txBody>
      </p:sp>
      <p:sp>
        <p:nvSpPr>
          <p:cNvPr id="3" name="Marcador de contenido 2"/>
          <p:cNvSpPr>
            <a:spLocks noGrp="1"/>
          </p:cNvSpPr>
          <p:nvPr>
            <p:ph idx="1"/>
          </p:nvPr>
        </p:nvSpPr>
        <p:spPr>
          <a:xfrm>
            <a:off x="838201" y="1859606"/>
            <a:ext cx="4718130" cy="4351338"/>
          </a:xfrm>
        </p:spPr>
        <p:txBody>
          <a:bodyPr/>
          <a:lstStyle/>
          <a:p>
            <a:r>
              <a:rPr lang="es-PE" dirty="0" smtClean="0"/>
              <a:t>Diseño </a:t>
            </a:r>
            <a:r>
              <a:rPr lang="es-PE" dirty="0" smtClean="0"/>
              <a:t>MODULAR</a:t>
            </a:r>
          </a:p>
          <a:p>
            <a:r>
              <a:rPr lang="es-PE" dirty="0" smtClean="0"/>
              <a:t>Permite actualizar cada parte por separado</a:t>
            </a:r>
            <a:endParaRPr lang="es-PE" dirty="0" smtClean="0"/>
          </a:p>
        </p:txBody>
      </p:sp>
      <p:sp>
        <p:nvSpPr>
          <p:cNvPr id="4" name="Rectángulo redondeado 3"/>
          <p:cNvSpPr/>
          <p:nvPr/>
        </p:nvSpPr>
        <p:spPr>
          <a:xfrm>
            <a:off x="2740289" y="4889899"/>
            <a:ext cx="3645565" cy="951588"/>
          </a:xfrm>
          <a:prstGeom prst="roundRect">
            <a:avLst/>
          </a:prstGeom>
          <a:solidFill>
            <a:schemeClr val="accent1">
              <a:lumMod val="75000"/>
            </a:schemeClr>
          </a:solidFill>
          <a:ln>
            <a:solidFill>
              <a:schemeClr val="bg1">
                <a:lumMod val="50000"/>
              </a:schemeClr>
            </a:solidFill>
          </a:ln>
          <a:scene3d>
            <a:camera prst="perspectiveRelaxedModerately"/>
            <a:lightRig rig="threePt" dir="t"/>
          </a:scene3d>
          <a:sp3d extrusionH="63500">
            <a:bevelT w="107950"/>
            <a:bevelB/>
            <a:extrusionClr>
              <a:schemeClr val="bg1">
                <a:lumMod val="50000"/>
              </a:schemeClr>
            </a:extrusionClr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PE" sz="2000" dirty="0" smtClean="0">
                <a:solidFill>
                  <a:schemeClr val="tx1"/>
                </a:solidFill>
              </a:rPr>
              <a:t>PLATAFORMA</a:t>
            </a:r>
          </a:p>
        </p:txBody>
      </p:sp>
      <p:sp>
        <p:nvSpPr>
          <p:cNvPr id="13" name="Rectángulo redondeado 12"/>
          <p:cNvSpPr/>
          <p:nvPr/>
        </p:nvSpPr>
        <p:spPr>
          <a:xfrm>
            <a:off x="4137956" y="4181591"/>
            <a:ext cx="3080084" cy="951588"/>
          </a:xfrm>
          <a:prstGeom prst="roundRect">
            <a:avLst/>
          </a:prstGeom>
          <a:solidFill>
            <a:schemeClr val="accent6">
              <a:lumMod val="60000"/>
              <a:lumOff val="40000"/>
            </a:schemeClr>
          </a:solidFill>
          <a:ln>
            <a:solidFill>
              <a:schemeClr val="accent6">
                <a:lumMod val="50000"/>
              </a:schemeClr>
            </a:solidFill>
          </a:ln>
          <a:scene3d>
            <a:camera prst="perspectiveRelaxedModerately"/>
            <a:lightRig rig="threePt" dir="t"/>
          </a:scene3d>
          <a:sp3d extrusionH="63500">
            <a:bevelT w="107950"/>
            <a:bevelB/>
            <a:extrusionClr>
              <a:schemeClr val="accent6">
                <a:lumMod val="75000"/>
              </a:schemeClr>
            </a:extrusionClr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PE" sz="2000" dirty="0" smtClean="0">
                <a:solidFill>
                  <a:schemeClr val="tx1"/>
                </a:solidFill>
              </a:rPr>
              <a:t>RECEPTOR</a:t>
            </a:r>
            <a:endParaRPr lang="es-PE" sz="2000" dirty="0">
              <a:solidFill>
                <a:schemeClr val="tx1"/>
              </a:solidFill>
            </a:endParaRPr>
          </a:p>
        </p:txBody>
      </p:sp>
      <p:sp>
        <p:nvSpPr>
          <p:cNvPr id="23" name="Rectángulo redondeado 22"/>
          <p:cNvSpPr/>
          <p:nvPr/>
        </p:nvSpPr>
        <p:spPr>
          <a:xfrm>
            <a:off x="5677998" y="3484343"/>
            <a:ext cx="3080084" cy="951588"/>
          </a:xfrm>
          <a:prstGeom prst="roundRect">
            <a:avLst/>
          </a:prstGeom>
          <a:solidFill>
            <a:schemeClr val="accent4">
              <a:lumMod val="60000"/>
              <a:lumOff val="40000"/>
            </a:schemeClr>
          </a:solidFill>
          <a:ln>
            <a:solidFill>
              <a:schemeClr val="tx1">
                <a:lumMod val="50000"/>
                <a:lumOff val="50000"/>
              </a:schemeClr>
            </a:solidFill>
          </a:ln>
          <a:scene3d>
            <a:camera prst="perspectiveRelaxedModerately"/>
            <a:lightRig rig="threePt" dir="t"/>
          </a:scene3d>
          <a:sp3d extrusionH="63500">
            <a:bevelT w="107950"/>
            <a:bevelB/>
            <a:extrusionClr>
              <a:schemeClr val="bg1">
                <a:lumMod val="50000"/>
              </a:schemeClr>
            </a:extrusionClr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PE" sz="2000" dirty="0" smtClean="0">
                <a:solidFill>
                  <a:schemeClr val="tx1"/>
                </a:solidFill>
              </a:rPr>
              <a:t>CAMARA</a:t>
            </a:r>
            <a:endParaRPr lang="es-PE" sz="2000" dirty="0">
              <a:solidFill>
                <a:schemeClr val="tx1"/>
              </a:solidFill>
            </a:endParaRPr>
          </a:p>
        </p:txBody>
      </p:sp>
      <p:sp>
        <p:nvSpPr>
          <p:cNvPr id="11" name="Rectángulo redondeado 10"/>
          <p:cNvSpPr/>
          <p:nvPr/>
        </p:nvSpPr>
        <p:spPr>
          <a:xfrm>
            <a:off x="7096372" y="2803130"/>
            <a:ext cx="3080084" cy="951588"/>
          </a:xfrm>
          <a:prstGeom prst="roundRect">
            <a:avLst/>
          </a:prstGeom>
          <a:solidFill>
            <a:schemeClr val="accent5">
              <a:lumMod val="60000"/>
              <a:lumOff val="40000"/>
            </a:schemeClr>
          </a:solidFill>
          <a:scene3d>
            <a:camera prst="perspectiveRelaxedModerately"/>
            <a:lightRig rig="threePt" dir="t"/>
          </a:scene3d>
          <a:sp3d extrusionH="63500">
            <a:bevelT w="107950"/>
            <a:bevelB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PE" sz="2000" dirty="0" smtClean="0">
                <a:solidFill>
                  <a:schemeClr val="tx1"/>
                </a:solidFill>
              </a:rPr>
              <a:t>MODEM TRANSMISOR</a:t>
            </a:r>
            <a:endParaRPr lang="es-PE" sz="20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22996780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uadroTexto 4"/>
          <p:cNvSpPr txBox="1"/>
          <p:nvPr/>
        </p:nvSpPr>
        <p:spPr>
          <a:xfrm>
            <a:off x="4606833" y="2066440"/>
            <a:ext cx="3556102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342900" indent="-342900">
              <a:buAutoNum type="arabicPeriod"/>
            </a:pPr>
            <a:r>
              <a:rPr lang="es-PE" sz="4000" dirty="0" smtClean="0"/>
              <a:t>HARDWARE</a:t>
            </a:r>
          </a:p>
        </p:txBody>
      </p:sp>
      <p:sp>
        <p:nvSpPr>
          <p:cNvPr id="15" name="14 Rectángulo redondeado"/>
          <p:cNvSpPr/>
          <p:nvPr/>
        </p:nvSpPr>
        <p:spPr>
          <a:xfrm>
            <a:off x="1851072" y="2131754"/>
            <a:ext cx="2539293" cy="2423916"/>
          </a:xfrm>
          <a:prstGeom prst="roundRect">
            <a:avLst/>
          </a:prstGeom>
          <a:noFill/>
          <a:ln w="1905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" sz="3600" b="1" dirty="0" smtClean="0">
                <a:solidFill>
                  <a:srgbClr val="00B050"/>
                </a:solidFill>
              </a:rPr>
              <a:t>Prototipo</a:t>
            </a:r>
          </a:p>
          <a:p>
            <a:pPr algn="ctr"/>
            <a:r>
              <a:rPr lang="es-ES" sz="3600" b="1" dirty="0" smtClean="0">
                <a:solidFill>
                  <a:schemeClr val="tx1"/>
                </a:solidFill>
              </a:rPr>
              <a:t>+</a:t>
            </a:r>
          </a:p>
          <a:p>
            <a:pPr algn="ctr"/>
            <a:r>
              <a:rPr lang="es-ES" sz="3600" b="1" dirty="0" smtClean="0">
                <a:solidFill>
                  <a:srgbClr val="0070C0"/>
                </a:solidFill>
              </a:rPr>
              <a:t>Servidor</a:t>
            </a:r>
            <a:endParaRPr lang="es-ES" sz="3600" b="1" dirty="0">
              <a:solidFill>
                <a:srgbClr val="0070C0"/>
              </a:solidFill>
            </a:endParaRPr>
          </a:p>
        </p:txBody>
      </p:sp>
      <p:sp>
        <p:nvSpPr>
          <p:cNvPr id="4" name="CuadroTexto 4"/>
          <p:cNvSpPr txBox="1"/>
          <p:nvPr/>
        </p:nvSpPr>
        <p:spPr>
          <a:xfrm>
            <a:off x="4606833" y="2774326"/>
            <a:ext cx="3347391" cy="156966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571500" indent="-571500">
              <a:buFont typeface="Arial" pitchFamily="34" charset="0"/>
              <a:buChar char="•"/>
            </a:pPr>
            <a:r>
              <a:rPr lang="es-PE" sz="2400" dirty="0" smtClean="0"/>
              <a:t>Diseño MODULAR</a:t>
            </a:r>
            <a:endParaRPr lang="es-PE" sz="2400" dirty="0"/>
          </a:p>
          <a:p>
            <a:pPr marL="571500" indent="-571500">
              <a:buFont typeface="Arial" pitchFamily="34" charset="0"/>
              <a:buChar char="•"/>
            </a:pPr>
            <a:r>
              <a:rPr lang="es-PE" sz="2400" i="1" dirty="0" smtClean="0"/>
              <a:t> </a:t>
            </a:r>
          </a:p>
          <a:p>
            <a:pPr marL="571500" indent="-571500">
              <a:buFont typeface="Arial" pitchFamily="34" charset="0"/>
              <a:buChar char="•"/>
            </a:pPr>
            <a:r>
              <a:rPr lang="es-PE" sz="2400" dirty="0" smtClean="0"/>
              <a:t> </a:t>
            </a:r>
            <a:endParaRPr lang="es-PE" sz="2400" dirty="0"/>
          </a:p>
          <a:p>
            <a:r>
              <a:rPr lang="es-PE" sz="2400" dirty="0" smtClean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152357390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 smtClean="0"/>
              <a:t>1. HARDWARE</a:t>
            </a:r>
            <a:endParaRPr lang="es-ES" dirty="0"/>
          </a:p>
        </p:txBody>
      </p:sp>
      <p:sp>
        <p:nvSpPr>
          <p:cNvPr id="12" name="11 Marcador de contenido"/>
          <p:cNvSpPr>
            <a:spLocks noGrp="1"/>
          </p:cNvSpPr>
          <p:nvPr>
            <p:ph idx="1"/>
          </p:nvPr>
        </p:nvSpPr>
        <p:spPr>
          <a:xfrm>
            <a:off x="4769553" y="4968792"/>
            <a:ext cx="6584247" cy="1188317"/>
          </a:xfrm>
        </p:spPr>
        <p:txBody>
          <a:bodyPr/>
          <a:lstStyle/>
          <a:p>
            <a:r>
              <a:rPr lang="es-ES" dirty="0" smtClean="0"/>
              <a:t>Plataforma de desarrollo</a:t>
            </a:r>
          </a:p>
          <a:p>
            <a:r>
              <a:rPr lang="es-ES" dirty="0" smtClean="0"/>
              <a:t>Microcontrolador </a:t>
            </a:r>
            <a:r>
              <a:rPr lang="es-ES" dirty="0" err="1" smtClean="0"/>
              <a:t>Atmel</a:t>
            </a:r>
            <a:r>
              <a:rPr lang="es-ES" dirty="0" smtClean="0"/>
              <a:t> ATMega328</a:t>
            </a:r>
            <a:endParaRPr lang="es-ES" dirty="0"/>
          </a:p>
        </p:txBody>
      </p:sp>
      <p:pic>
        <p:nvPicPr>
          <p:cNvPr id="4" name="3 Imagen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06235" y="2890578"/>
            <a:ext cx="3042767" cy="2366032"/>
          </a:xfrm>
          <a:prstGeom prst="rect">
            <a:avLst/>
          </a:prstGeom>
        </p:spPr>
      </p:pic>
      <p:pic>
        <p:nvPicPr>
          <p:cNvPr id="6" name="5 Imagen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18251"/>
          <a:stretch/>
        </p:blipFill>
        <p:spPr>
          <a:xfrm>
            <a:off x="5798091" y="1102207"/>
            <a:ext cx="3265714" cy="2669694"/>
          </a:xfrm>
          <a:prstGeom prst="rect">
            <a:avLst/>
          </a:prstGeom>
        </p:spPr>
      </p:pic>
      <p:sp>
        <p:nvSpPr>
          <p:cNvPr id="10" name="9 Flecha curvada hacia abajo"/>
          <p:cNvSpPr/>
          <p:nvPr/>
        </p:nvSpPr>
        <p:spPr>
          <a:xfrm rot="19935040">
            <a:off x="3377952" y="1986417"/>
            <a:ext cx="3081279" cy="1130143"/>
          </a:xfrm>
          <a:prstGeom prst="curvedDownArrow">
            <a:avLst>
              <a:gd name="adj1" fmla="val 19996"/>
              <a:gd name="adj2" fmla="val 42314"/>
              <a:gd name="adj3" fmla="val 3456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7041063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uadroTexto 4"/>
          <p:cNvSpPr txBox="1"/>
          <p:nvPr/>
        </p:nvSpPr>
        <p:spPr>
          <a:xfrm>
            <a:off x="4606833" y="2066440"/>
            <a:ext cx="3556102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342900" indent="-342900">
              <a:buAutoNum type="arabicPeriod"/>
            </a:pPr>
            <a:r>
              <a:rPr lang="es-PE" sz="4000" dirty="0" smtClean="0"/>
              <a:t>HARDWARE</a:t>
            </a:r>
          </a:p>
        </p:txBody>
      </p:sp>
      <p:sp>
        <p:nvSpPr>
          <p:cNvPr id="15" name="14 Rectángulo redondeado"/>
          <p:cNvSpPr/>
          <p:nvPr/>
        </p:nvSpPr>
        <p:spPr>
          <a:xfrm>
            <a:off x="1851072" y="2131754"/>
            <a:ext cx="2539293" cy="2423916"/>
          </a:xfrm>
          <a:prstGeom prst="roundRect">
            <a:avLst/>
          </a:prstGeom>
          <a:noFill/>
          <a:ln w="1905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" sz="3600" b="1" dirty="0" smtClean="0">
                <a:solidFill>
                  <a:srgbClr val="00B050"/>
                </a:solidFill>
              </a:rPr>
              <a:t>Prototipo</a:t>
            </a:r>
          </a:p>
          <a:p>
            <a:pPr algn="ctr"/>
            <a:r>
              <a:rPr lang="es-ES" sz="3600" b="1" dirty="0" smtClean="0">
                <a:solidFill>
                  <a:schemeClr val="tx1"/>
                </a:solidFill>
              </a:rPr>
              <a:t>+</a:t>
            </a:r>
          </a:p>
          <a:p>
            <a:pPr algn="ctr"/>
            <a:r>
              <a:rPr lang="es-ES" sz="3600" b="1" dirty="0" smtClean="0">
                <a:solidFill>
                  <a:srgbClr val="0070C0"/>
                </a:solidFill>
              </a:rPr>
              <a:t>Servidor</a:t>
            </a:r>
            <a:endParaRPr lang="es-ES" sz="3600" b="1" dirty="0">
              <a:solidFill>
                <a:srgbClr val="0070C0"/>
              </a:solidFill>
            </a:endParaRPr>
          </a:p>
        </p:txBody>
      </p:sp>
      <p:sp>
        <p:nvSpPr>
          <p:cNvPr id="4" name="CuadroTexto 4"/>
          <p:cNvSpPr txBox="1"/>
          <p:nvPr/>
        </p:nvSpPr>
        <p:spPr>
          <a:xfrm>
            <a:off x="4606833" y="2774326"/>
            <a:ext cx="6156365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571500" indent="-571500">
              <a:buFont typeface="Arial" pitchFamily="34" charset="0"/>
              <a:buChar char="•"/>
            </a:pPr>
            <a:r>
              <a:rPr lang="es-PE" sz="2400" dirty="0" smtClean="0"/>
              <a:t>Diseño MODULAR</a:t>
            </a:r>
            <a:endParaRPr lang="es-PE" sz="2400" dirty="0"/>
          </a:p>
          <a:p>
            <a:pPr marL="571500" indent="-571500">
              <a:buFont typeface="Arial" pitchFamily="34" charset="0"/>
              <a:buChar char="•"/>
            </a:pPr>
            <a:r>
              <a:rPr lang="es-PE" sz="2400" dirty="0"/>
              <a:t>Basado en un MICROCONTROLADOR</a:t>
            </a:r>
          </a:p>
          <a:p>
            <a:pPr marL="571500" indent="-571500">
              <a:buFont typeface="Arial" pitchFamily="34" charset="0"/>
              <a:buChar char="•"/>
            </a:pPr>
            <a:r>
              <a:rPr lang="es-PE" sz="2400" dirty="0" smtClean="0"/>
              <a:t> </a:t>
            </a:r>
            <a:endParaRPr lang="es-PE" sz="2400" dirty="0"/>
          </a:p>
        </p:txBody>
      </p:sp>
    </p:spTree>
    <p:extLst>
      <p:ext uri="{BB962C8B-B14F-4D97-AF65-F5344CB8AC3E}">
        <p14:creationId xmlns:p14="http://schemas.microsoft.com/office/powerpoint/2010/main" val="289990348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 smtClean="0"/>
              <a:t>1. HARDWARE</a:t>
            </a:r>
            <a:endParaRPr lang="es-ES" dirty="0"/>
          </a:p>
        </p:txBody>
      </p:sp>
      <p:sp>
        <p:nvSpPr>
          <p:cNvPr id="3" name="Marcador de contenido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s-PE" dirty="0" smtClean="0"/>
              <a:t>Receptor GPS</a:t>
            </a:r>
          </a:p>
          <a:p>
            <a:r>
              <a:rPr lang="es-PE" dirty="0" smtClean="0"/>
              <a:t>Transmisor GSM/GPRS</a:t>
            </a:r>
            <a:endParaRPr lang="es-PE" dirty="0"/>
          </a:p>
        </p:txBody>
      </p:sp>
      <p:pic>
        <p:nvPicPr>
          <p:cNvPr id="7" name="Imagen 6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14290" y="3240821"/>
            <a:ext cx="1096560" cy="1096560"/>
          </a:xfrm>
          <a:prstGeom prst="rect">
            <a:avLst/>
          </a:prstGeom>
          <a:scene3d>
            <a:camera prst="orthographicFront">
              <a:rot lat="0" lon="0" rev="6300000"/>
            </a:camera>
            <a:lightRig rig="threePt" dir="t"/>
          </a:scene3d>
        </p:spPr>
      </p:pic>
      <p:sp>
        <p:nvSpPr>
          <p:cNvPr id="8" name="Rectángulo redondeado 7"/>
          <p:cNvSpPr/>
          <p:nvPr/>
        </p:nvSpPr>
        <p:spPr>
          <a:xfrm>
            <a:off x="4900864" y="4685878"/>
            <a:ext cx="1925052" cy="1046748"/>
          </a:xfrm>
          <a:prstGeom prst="roundRect">
            <a:avLst/>
          </a:prstGeom>
          <a:ln w="34925">
            <a:solidFill>
              <a:srgbClr val="FFFFFF"/>
            </a:solidFill>
          </a:ln>
          <a:effectLst>
            <a:outerShdw blurRad="317500" dir="2700000" algn="ctr">
              <a:srgbClr val="000000">
                <a:alpha val="43000"/>
              </a:srgbClr>
            </a:outerShdw>
          </a:effectLst>
          <a:scene3d>
            <a:camera prst="perspectiveFront" fov="2700000">
              <a:rot lat="19086000" lon="19067999" rev="3108000"/>
            </a:camera>
            <a:lightRig rig="threePt" dir="t">
              <a:rot lat="0" lon="0" rev="0"/>
            </a:lightRig>
          </a:scene3d>
          <a:sp3d extrusionH="38100" prstMaterial="clear">
            <a:bevelT w="260350" h="50800" prst="softRound"/>
            <a:bevelB prst="softRound"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PE" dirty="0" smtClean="0"/>
              <a:t>Prototipo</a:t>
            </a:r>
          </a:p>
        </p:txBody>
      </p:sp>
      <p:cxnSp>
        <p:nvCxnSpPr>
          <p:cNvPr id="11" name="Conector recto de flecha 10"/>
          <p:cNvCxnSpPr/>
          <p:nvPr/>
        </p:nvCxnSpPr>
        <p:spPr>
          <a:xfrm>
            <a:off x="2767263" y="4113728"/>
            <a:ext cx="2249586" cy="1009363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Conector recto de flecha 13"/>
          <p:cNvCxnSpPr/>
          <p:nvPr/>
        </p:nvCxnSpPr>
        <p:spPr>
          <a:xfrm flipV="1">
            <a:off x="6825916" y="4685878"/>
            <a:ext cx="1732547" cy="409075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4216510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Imagen 7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5315" r="11580" b="12468"/>
          <a:stretch/>
        </p:blipFill>
        <p:spPr>
          <a:xfrm rot="730320">
            <a:off x="2019109" y="1564887"/>
            <a:ext cx="2677373" cy="2562426"/>
          </a:xfrm>
          <a:prstGeom prst="rect">
            <a:avLst/>
          </a:prstGeom>
        </p:spPr>
      </p:pic>
      <p:sp>
        <p:nvSpPr>
          <p:cNvPr id="2" name="1 Título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 smtClean="0"/>
              <a:t>1. HARDWARE</a:t>
            </a:r>
            <a:endParaRPr lang="es-ES" dirty="0"/>
          </a:p>
        </p:txBody>
      </p:sp>
      <p:sp>
        <p:nvSpPr>
          <p:cNvPr id="12" name="11 Marcador de contenido"/>
          <p:cNvSpPr>
            <a:spLocks noGrp="1"/>
          </p:cNvSpPr>
          <p:nvPr>
            <p:ph idx="1"/>
          </p:nvPr>
        </p:nvSpPr>
        <p:spPr>
          <a:xfrm>
            <a:off x="5804703" y="2040412"/>
            <a:ext cx="5115008" cy="1611377"/>
          </a:xfrm>
          <a:solidFill>
            <a:schemeClr val="bg1"/>
          </a:solidFill>
        </p:spPr>
        <p:txBody>
          <a:bodyPr>
            <a:normAutofit fontScale="92500"/>
          </a:bodyPr>
          <a:lstStyle/>
          <a:p>
            <a:pPr>
              <a:buFont typeface="Wingdings" panose="05000000000000000000" pitchFamily="2" charset="2"/>
              <a:buChar char="§"/>
            </a:pPr>
            <a:r>
              <a:rPr lang="es-ES" dirty="0" smtClean="0"/>
              <a:t>Modem transmisor GSM/GPRS</a:t>
            </a:r>
          </a:p>
          <a:p>
            <a:pPr>
              <a:buFont typeface="Wingdings" panose="05000000000000000000" pitchFamily="2" charset="2"/>
              <a:buChar char="§"/>
            </a:pPr>
            <a:r>
              <a:rPr lang="es-ES" dirty="0" smtClean="0"/>
              <a:t>Tecnología 2G y 2.5G</a:t>
            </a:r>
          </a:p>
          <a:p>
            <a:pPr>
              <a:buFont typeface="Wingdings" panose="05000000000000000000" pitchFamily="2" charset="2"/>
              <a:buChar char="§"/>
            </a:pPr>
            <a:r>
              <a:rPr lang="es-ES" dirty="0" smtClean="0"/>
              <a:t>Velocidad de 56 a 114 Kbps</a:t>
            </a:r>
            <a:endParaRPr lang="es-ES" dirty="0"/>
          </a:p>
        </p:txBody>
      </p:sp>
      <p:cxnSp>
        <p:nvCxnSpPr>
          <p:cNvPr id="14" name="Conector recto 13"/>
          <p:cNvCxnSpPr/>
          <p:nvPr/>
        </p:nvCxnSpPr>
        <p:spPr>
          <a:xfrm>
            <a:off x="5370615" y="1795725"/>
            <a:ext cx="0" cy="2100750"/>
          </a:xfrm>
          <a:prstGeom prst="line">
            <a:avLst/>
          </a:prstGeom>
          <a:ln w="38100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5" name="Imagen 14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955264">
            <a:off x="2559040" y="4435806"/>
            <a:ext cx="2076052" cy="1726193"/>
          </a:xfrm>
          <a:prstGeom prst="rect">
            <a:avLst/>
          </a:prstGeom>
        </p:spPr>
      </p:pic>
      <p:cxnSp>
        <p:nvCxnSpPr>
          <p:cNvPr id="16" name="Conector recto 15"/>
          <p:cNvCxnSpPr/>
          <p:nvPr/>
        </p:nvCxnSpPr>
        <p:spPr>
          <a:xfrm>
            <a:off x="5355275" y="4430824"/>
            <a:ext cx="0" cy="1736157"/>
          </a:xfrm>
          <a:prstGeom prst="line">
            <a:avLst/>
          </a:prstGeom>
          <a:ln w="38100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11 Marcador de contenido"/>
          <p:cNvSpPr txBox="1">
            <a:spLocks/>
          </p:cNvSpPr>
          <p:nvPr/>
        </p:nvSpPr>
        <p:spPr>
          <a:xfrm>
            <a:off x="5774022" y="4493213"/>
            <a:ext cx="5115008" cy="1611377"/>
          </a:xfrm>
          <a:prstGeom prst="rect">
            <a:avLst/>
          </a:prstGeom>
          <a:solidFill>
            <a:schemeClr val="bg1"/>
          </a:solidFill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buFont typeface="Wingdings" panose="05000000000000000000" pitchFamily="2" charset="2"/>
              <a:buChar char="§"/>
            </a:pPr>
            <a:r>
              <a:rPr lang="es-ES" dirty="0" smtClean="0"/>
              <a:t>Receptor GPS</a:t>
            </a:r>
          </a:p>
          <a:p>
            <a:pPr>
              <a:buFont typeface="Wingdings" panose="05000000000000000000" pitchFamily="2" charset="2"/>
              <a:buChar char="§"/>
            </a:pPr>
            <a:r>
              <a:rPr lang="es-ES" dirty="0" smtClean="0"/>
              <a:t>Decodifica datos de posición</a:t>
            </a:r>
          </a:p>
          <a:p>
            <a:pPr>
              <a:buFont typeface="Wingdings" panose="05000000000000000000" pitchFamily="2" charset="2"/>
              <a:buChar char="§"/>
            </a:pPr>
            <a:r>
              <a:rPr lang="es-ES" dirty="0" smtClean="0"/>
              <a:t>Estándar NMEA</a:t>
            </a:r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301453585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uadroTexto 4"/>
          <p:cNvSpPr txBox="1"/>
          <p:nvPr/>
        </p:nvSpPr>
        <p:spPr>
          <a:xfrm>
            <a:off x="4606833" y="2066440"/>
            <a:ext cx="3556102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342900" indent="-342900">
              <a:buAutoNum type="arabicPeriod"/>
            </a:pPr>
            <a:r>
              <a:rPr lang="es-PE" sz="4000" dirty="0" smtClean="0"/>
              <a:t>HARDWARE</a:t>
            </a:r>
          </a:p>
        </p:txBody>
      </p:sp>
      <p:sp>
        <p:nvSpPr>
          <p:cNvPr id="15" name="14 Rectángulo redondeado"/>
          <p:cNvSpPr/>
          <p:nvPr/>
        </p:nvSpPr>
        <p:spPr>
          <a:xfrm>
            <a:off x="1851072" y="2131754"/>
            <a:ext cx="2539293" cy="2423916"/>
          </a:xfrm>
          <a:prstGeom prst="roundRect">
            <a:avLst/>
          </a:prstGeom>
          <a:noFill/>
          <a:ln w="1905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" sz="3600" b="1" dirty="0" smtClean="0">
                <a:solidFill>
                  <a:srgbClr val="00B050"/>
                </a:solidFill>
              </a:rPr>
              <a:t>Prototipo</a:t>
            </a:r>
          </a:p>
          <a:p>
            <a:pPr algn="ctr"/>
            <a:r>
              <a:rPr lang="es-ES" sz="3600" b="1" dirty="0" smtClean="0">
                <a:solidFill>
                  <a:schemeClr val="tx1"/>
                </a:solidFill>
              </a:rPr>
              <a:t>+</a:t>
            </a:r>
          </a:p>
          <a:p>
            <a:pPr algn="ctr"/>
            <a:r>
              <a:rPr lang="es-ES" sz="3600" b="1" dirty="0" smtClean="0">
                <a:solidFill>
                  <a:srgbClr val="0070C0"/>
                </a:solidFill>
              </a:rPr>
              <a:t>Servidor</a:t>
            </a:r>
            <a:endParaRPr lang="es-ES" sz="3600" b="1" dirty="0">
              <a:solidFill>
                <a:srgbClr val="0070C0"/>
              </a:solidFill>
            </a:endParaRPr>
          </a:p>
        </p:txBody>
      </p:sp>
      <p:sp>
        <p:nvSpPr>
          <p:cNvPr id="4" name="CuadroTexto 4"/>
          <p:cNvSpPr txBox="1"/>
          <p:nvPr/>
        </p:nvSpPr>
        <p:spPr>
          <a:xfrm>
            <a:off x="4606833" y="2774326"/>
            <a:ext cx="6332311" cy="156966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571500" indent="-571500">
              <a:buFont typeface="Arial" pitchFamily="34" charset="0"/>
              <a:buChar char="•"/>
            </a:pPr>
            <a:r>
              <a:rPr lang="es-PE" sz="2400" dirty="0" smtClean="0"/>
              <a:t>Diseño MODULAR</a:t>
            </a:r>
            <a:endParaRPr lang="es-PE" sz="2400" dirty="0"/>
          </a:p>
          <a:p>
            <a:pPr marL="571500" indent="-571500">
              <a:buFont typeface="Arial" pitchFamily="34" charset="0"/>
              <a:buChar char="•"/>
            </a:pPr>
            <a:r>
              <a:rPr lang="es-PE" sz="2400" dirty="0"/>
              <a:t>Basado en un MICROCONTROLADOR</a:t>
            </a:r>
          </a:p>
          <a:p>
            <a:pPr marL="571500" indent="-571500">
              <a:buFont typeface="Arial" pitchFamily="34" charset="0"/>
              <a:buChar char="•"/>
            </a:pPr>
            <a:r>
              <a:rPr lang="es-PE" sz="2400" dirty="0" smtClean="0"/>
              <a:t>Receptor GPS y transmisor GSM/GPRS</a:t>
            </a:r>
          </a:p>
          <a:p>
            <a:pPr marL="571500" indent="-571500">
              <a:buFont typeface="Arial" pitchFamily="34" charset="0"/>
              <a:buChar char="•"/>
            </a:pPr>
            <a:endParaRPr lang="es-PE" sz="2400" dirty="0"/>
          </a:p>
        </p:txBody>
      </p:sp>
    </p:spTree>
    <p:extLst>
      <p:ext uri="{BB962C8B-B14F-4D97-AF65-F5344CB8AC3E}">
        <p14:creationId xmlns:p14="http://schemas.microsoft.com/office/powerpoint/2010/main" val="172930861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 smtClean="0"/>
              <a:t>1. HARDWARE</a:t>
            </a:r>
            <a:endParaRPr lang="es-ES" dirty="0"/>
          </a:p>
        </p:txBody>
      </p:sp>
      <p:sp>
        <p:nvSpPr>
          <p:cNvPr id="3" name="Marcador de contenido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s-PE" dirty="0" smtClean="0"/>
              <a:t>Empleo de una </a:t>
            </a:r>
            <a:r>
              <a:rPr lang="es-PE" dirty="0" smtClean="0"/>
              <a:t>CAMARA IR serial</a:t>
            </a:r>
            <a:endParaRPr lang="es-PE" dirty="0" smtClean="0"/>
          </a:p>
          <a:p>
            <a:r>
              <a:rPr lang="es-PE" dirty="0" smtClean="0"/>
              <a:t>Conexión de un Sensor magnético</a:t>
            </a:r>
            <a:endParaRPr lang="es-PE" dirty="0"/>
          </a:p>
        </p:txBody>
      </p:sp>
    </p:spTree>
    <p:extLst>
      <p:ext uri="{BB962C8B-B14F-4D97-AF65-F5344CB8AC3E}">
        <p14:creationId xmlns:p14="http://schemas.microsoft.com/office/powerpoint/2010/main" val="94599551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ítulo 3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s-PE" dirty="0" smtClean="0"/>
              <a:t>2. Implementación</a:t>
            </a:r>
            <a:endParaRPr lang="es-PE" dirty="0"/>
          </a:p>
        </p:txBody>
      </p:sp>
      <p:sp>
        <p:nvSpPr>
          <p:cNvPr id="5" name="Subtítulo 4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411924339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s-PE" dirty="0" smtClean="0"/>
              <a:t>3. Pruebas</a:t>
            </a:r>
            <a:endParaRPr lang="es-PE" dirty="0"/>
          </a:p>
        </p:txBody>
      </p:sp>
      <p:sp>
        <p:nvSpPr>
          <p:cNvPr id="4" name="Subtítulo 3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387814436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Mejor Presentacion">
      <a:majorFont>
        <a:latin typeface="Helvetica"/>
        <a:ea typeface=""/>
        <a:cs typeface=""/>
      </a:majorFont>
      <a:minorFont>
        <a:latin typeface="Helvetica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2491</TotalTime>
  <Words>255</Words>
  <Application>Microsoft Office PowerPoint</Application>
  <PresentationFormat>Panorámica</PresentationFormat>
  <Paragraphs>87</Paragraphs>
  <Slides>17</Slides>
  <Notes>0</Notes>
  <HiddenSlides>0</HiddenSlides>
  <MMClips>0</MMClips>
  <ScaleCrop>false</ScaleCrop>
  <HeadingPairs>
    <vt:vector size="6" baseType="variant">
      <vt:variant>
        <vt:lpstr>Fuentes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17</vt:i4>
      </vt:variant>
    </vt:vector>
  </HeadingPairs>
  <TitlesOfParts>
    <vt:vector size="21" baseType="lpstr">
      <vt:lpstr>Arial</vt:lpstr>
      <vt:lpstr>Helvetica</vt:lpstr>
      <vt:lpstr>Wingdings</vt:lpstr>
      <vt:lpstr>Tema de Office</vt:lpstr>
      <vt:lpstr>Telelocalización y Captura de Imágenes</vt:lpstr>
      <vt:lpstr>Telelocalización y Captura de Imágenes</vt:lpstr>
      <vt:lpstr>Telelocalización y Captura de Imágenes</vt:lpstr>
      <vt:lpstr>OBJETIVOS</vt:lpstr>
      <vt:lpstr>IMPORTANCIA</vt:lpstr>
      <vt:lpstr>PROBLEMATICA</vt:lpstr>
      <vt:lpstr>Presentación de PowerPoint</vt:lpstr>
      <vt:lpstr>1. HARDWARE</vt:lpstr>
      <vt:lpstr>Presentación de PowerPoint</vt:lpstr>
      <vt:lpstr>1. HARDWARE</vt:lpstr>
      <vt:lpstr>Presentación de PowerPoint</vt:lpstr>
      <vt:lpstr>1. HARDWARE</vt:lpstr>
      <vt:lpstr>1. HARDWARE</vt:lpstr>
      <vt:lpstr>Presentación de PowerPoint</vt:lpstr>
      <vt:lpstr>1. HARDWARE</vt:lpstr>
      <vt:lpstr>2. Implementación</vt:lpstr>
      <vt:lpstr>3. Pruebas</vt:lpstr>
    </vt:vector>
  </TitlesOfParts>
  <Company/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Telelocalización y Captura de Imágenes</dc:title>
  <dc:creator>moniyabel</dc:creator>
  <cp:lastModifiedBy>moniyabel</cp:lastModifiedBy>
  <cp:revision>87</cp:revision>
  <dcterms:created xsi:type="dcterms:W3CDTF">2015-11-22T04:05:58Z</dcterms:created>
  <dcterms:modified xsi:type="dcterms:W3CDTF">2015-12-03T04:30:12Z</dcterms:modified>
</cp:coreProperties>
</file>