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66" r:id="rId9"/>
    <p:sldId id="267" r:id="rId10"/>
    <p:sldId id="268" r:id="rId11"/>
    <p:sldId id="269" r:id="rId12"/>
    <p:sldId id="262" r:id="rId13"/>
    <p:sldId id="263" r:id="rId14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79" d="100"/>
          <a:sy n="79" d="100"/>
        </p:scale>
        <p:origin x="72" y="3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24/11/2015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PE" dirty="0" smtClean="0"/>
          </a:p>
          <a:p>
            <a:r>
              <a:rPr lang="es-PE" dirty="0" smtClean="0"/>
              <a:t>Fotos del interior o exterior del automóvil</a:t>
            </a:r>
          </a:p>
          <a:p>
            <a:r>
              <a:rPr lang="es-PE" dirty="0" smtClean="0"/>
              <a:t>Uso de cámaras </a:t>
            </a:r>
            <a:r>
              <a:rPr lang="es-PE" dirty="0" err="1" smtClean="0"/>
              <a:t>infrarojas</a:t>
            </a:r>
            <a:endParaRPr lang="es-PE" dirty="0" smtClean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2" y="4609810"/>
            <a:ext cx="6584247" cy="1964192"/>
          </a:xfrm>
        </p:spPr>
        <p:txBody>
          <a:bodyPr/>
          <a:lstStyle/>
          <a:p>
            <a:pPr algn="r"/>
            <a:r>
              <a:rPr lang="es-ES" dirty="0" smtClean="0"/>
              <a:t>Plataforma de desarrollo</a:t>
            </a:r>
          </a:p>
          <a:p>
            <a:pPr algn="r"/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Basado en </a:t>
            </a:r>
            <a:r>
              <a:rPr lang="es-PE" sz="2400" dirty="0" smtClean="0"/>
              <a:t>un MICROCONTROLADOR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 </a:t>
            </a:r>
            <a:endParaRPr lang="es-PE" sz="2400" dirty="0"/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1903575" y="2055403"/>
            <a:ext cx="2618220" cy="2505813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5057974" y="2582397"/>
            <a:ext cx="2076052" cy="1726193"/>
          </a:xfrm>
          <a:prstGeom prst="rect">
            <a:avLst/>
          </a:prstGeom>
        </p:spPr>
      </p:pic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1327685" y="4986737"/>
            <a:ext cx="7527955" cy="1281716"/>
          </a:xfrm>
          <a:solidFill>
            <a:schemeClr val="bg1"/>
          </a:solidFill>
        </p:spPr>
        <p:txBody>
          <a:bodyPr/>
          <a:lstStyle/>
          <a:p>
            <a:r>
              <a:rPr lang="es-ES" dirty="0" smtClean="0"/>
              <a:t>Módulos </a:t>
            </a:r>
            <a:r>
              <a:rPr lang="es-ES" dirty="0" smtClean="0"/>
              <a:t>electrónicos GSM/GPRS y GPS</a:t>
            </a:r>
            <a:endParaRPr lang="es-ES" dirty="0" smtClean="0"/>
          </a:p>
          <a:p>
            <a:r>
              <a:rPr lang="es-ES" dirty="0" smtClean="0"/>
              <a:t>Sensor </a:t>
            </a:r>
            <a:r>
              <a:rPr lang="es-ES" dirty="0" smtClean="0"/>
              <a:t>magnético</a:t>
            </a:r>
            <a:endParaRPr lang="es-ES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566" y="2370672"/>
            <a:ext cx="2081012" cy="208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Basado en </a:t>
            </a:r>
            <a:r>
              <a:rPr lang="es-PE" sz="2400" dirty="0" smtClean="0"/>
              <a:t>un MICROCONTROLADOR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Empleo de MODULOS y SENSOR</a:t>
            </a:r>
            <a:endParaRPr lang="es-PE" sz="2400" i="1" dirty="0" smtClean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 </a:t>
            </a:r>
            <a:endParaRPr lang="es-PE" sz="2400" dirty="0"/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2256</TotalTime>
  <Words>194</Words>
  <Application>Microsoft Office PowerPoint</Application>
  <PresentationFormat>Panorámica</PresentationFormat>
  <Paragraphs>63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Helvetica</vt:lpstr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Presentación de PowerPoint</vt:lpstr>
      <vt:lpstr>1. HARDWARE</vt:lpstr>
      <vt:lpstr>Presentación de PowerPoint</vt:lpstr>
      <vt:lpstr>2. Implementación</vt:lpstr>
      <vt:lpstr>3. Pruebas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moniyabel</cp:lastModifiedBy>
  <cp:revision>65</cp:revision>
  <dcterms:created xsi:type="dcterms:W3CDTF">2015-11-22T04:05:58Z</dcterms:created>
  <dcterms:modified xsi:type="dcterms:W3CDTF">2015-11-25T04:18:32Z</dcterms:modified>
</cp:coreProperties>
</file>