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67" r:id="rId10"/>
    <p:sldId id="266" r:id="rId11"/>
    <p:sldId id="275" r:id="rId12"/>
    <p:sldId id="269" r:id="rId13"/>
    <p:sldId id="273" r:id="rId14"/>
    <p:sldId id="268" r:id="rId15"/>
    <p:sldId id="274" r:id="rId16"/>
    <p:sldId id="272" r:id="rId17"/>
    <p:sldId id="276" r:id="rId18"/>
    <p:sldId id="262" r:id="rId19"/>
    <p:sldId id="263" r:id="rId20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92" d="100"/>
          <a:sy n="92" d="100"/>
        </p:scale>
        <p:origin x="31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03/12/2015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PE" dirty="0" smtClean="0"/>
          </a:p>
          <a:p>
            <a:r>
              <a:rPr lang="es-PE" dirty="0" smtClean="0"/>
              <a:t>Fotos del interior o exterior del automóvil</a:t>
            </a:r>
          </a:p>
          <a:p>
            <a:r>
              <a:rPr lang="es-PE" dirty="0" smtClean="0"/>
              <a:t>Uso de cámaras </a:t>
            </a:r>
            <a:r>
              <a:rPr lang="es-PE" dirty="0" err="1" smtClean="0"/>
              <a:t>infrarojas</a:t>
            </a:r>
            <a:endParaRPr lang="es-PE" dirty="0" smtClean="0"/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7928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309580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365952"/>
            <a:ext cx="4637809" cy="2538557"/>
          </a:xfrm>
        </p:spPr>
        <p:txBody>
          <a:bodyPr/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12873" y="2365951"/>
            <a:ext cx="4637809" cy="2538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1818" y="4430722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066440"/>
            <a:ext cx="5266506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PRUEBAS</a:t>
            </a:r>
            <a:endParaRPr lang="es-PE" sz="4000" dirty="0"/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59606"/>
            <a:ext cx="5313218" cy="4351338"/>
          </a:xfrm>
        </p:spPr>
        <p:txBody>
          <a:bodyPr/>
          <a:lstStyle/>
          <a:p>
            <a:r>
              <a:rPr lang="es-PE" dirty="0" smtClean="0"/>
              <a:t>Diseño </a:t>
            </a:r>
            <a:r>
              <a:rPr lang="es-PE" dirty="0" smtClean="0"/>
              <a:t>MODULAR: Escalable</a:t>
            </a:r>
            <a:endParaRPr lang="es-PE" dirty="0" smtClean="0"/>
          </a:p>
          <a:p>
            <a:r>
              <a:rPr lang="es-PE" dirty="0" smtClean="0"/>
              <a:t>Permite actualizar cada parte por separado</a:t>
            </a:r>
          </a:p>
        </p:txBody>
      </p:sp>
      <p:sp>
        <p:nvSpPr>
          <p:cNvPr id="4" name="Rectángulo redondeado 3"/>
          <p:cNvSpPr/>
          <p:nvPr/>
        </p:nvSpPr>
        <p:spPr>
          <a:xfrm>
            <a:off x="2740289" y="4889899"/>
            <a:ext cx="3645565" cy="951588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3" name="Rectángulo redondeado 12"/>
          <p:cNvSpPr/>
          <p:nvPr/>
        </p:nvSpPr>
        <p:spPr>
          <a:xfrm>
            <a:off x="4137956" y="4181591"/>
            <a:ext cx="3080084" cy="95158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  <a:endParaRPr lang="es-PE" sz="2000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5677998" y="3484343"/>
            <a:ext cx="3080084" cy="95158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  <a:endParaRPr lang="es-PE" sz="2000" dirty="0">
              <a:solidFill>
                <a:schemeClr val="tx1"/>
              </a:solidFill>
            </a:endParaRPr>
          </a:p>
        </p:txBody>
      </p:sp>
      <p:sp>
        <p:nvSpPr>
          <p:cNvPr id="11" name="Rectángulo redondeado 10"/>
          <p:cNvSpPr/>
          <p:nvPr/>
        </p:nvSpPr>
        <p:spPr>
          <a:xfrm>
            <a:off x="7096372" y="2803130"/>
            <a:ext cx="3080084" cy="95158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scene3d>
            <a:camera prst="perspectiveRelaxedModerately"/>
            <a:lightRig rig="threePt" dir="t"/>
          </a:scene3d>
          <a:sp3d extrusionH="63500">
            <a:bevelT w="107950"/>
            <a:bevelB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  <a:endParaRPr lang="es-PE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483267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</a:t>
            </a:r>
            <a:r>
              <a:rPr lang="es-PE" sz="2400" dirty="0" smtClean="0"/>
              <a:t>MODULAR: Escalable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4769553" y="4968792"/>
            <a:ext cx="6584247" cy="1188317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17573" y="1953492"/>
            <a:ext cx="5836227" cy="4203618"/>
          </a:xfrm>
        </p:spPr>
        <p:txBody>
          <a:bodyPr/>
          <a:lstStyle/>
          <a:p>
            <a:r>
              <a:rPr lang="es-ES" dirty="0" smtClean="0"/>
              <a:t>Plataforma de desarrollo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1600164" y="2172470"/>
            <a:ext cx="3265714" cy="266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 </a:t>
            </a: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17" name="Marcador de contenido 1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5505" y="2034916"/>
            <a:ext cx="980660" cy="1961319"/>
          </a:xfr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836" y="2195519"/>
            <a:ext cx="998670" cy="99867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5415437" y="3194189"/>
            <a:ext cx="1925052" cy="1046748"/>
          </a:xfrm>
          <a:prstGeom prst="roundRect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 smtClean="0">
                <a:solidFill>
                  <a:schemeClr val="tx1"/>
                </a:solidFill>
              </a:rPr>
              <a:t>Prototipo</a:t>
            </a:r>
          </a:p>
        </p:txBody>
      </p:sp>
      <p:cxnSp>
        <p:nvCxnSpPr>
          <p:cNvPr id="11" name="Conector recto de flecha 10"/>
          <p:cNvCxnSpPr>
            <a:endCxn id="8" idx="1"/>
          </p:cNvCxnSpPr>
          <p:nvPr/>
        </p:nvCxnSpPr>
        <p:spPr>
          <a:xfrm>
            <a:off x="2888673" y="3044536"/>
            <a:ext cx="2526764" cy="673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>
            <a:stCxn id="8" idx="3"/>
            <a:endCxn id="17" idx="1"/>
          </p:cNvCxnSpPr>
          <p:nvPr/>
        </p:nvCxnSpPr>
        <p:spPr>
          <a:xfrm flipV="1">
            <a:off x="7340489" y="3015576"/>
            <a:ext cx="2275016" cy="7019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764506" y="2178741"/>
            <a:ext cx="186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smtClean="0"/>
              <a:t>Latitud</a:t>
            </a:r>
            <a:r>
              <a:rPr lang="es-PE" sz="1400" dirty="0"/>
              <a:t>: -</a:t>
            </a:r>
            <a:r>
              <a:rPr lang="es-PE" sz="1400" dirty="0" smtClean="0"/>
              <a:t>12.180750</a:t>
            </a:r>
          </a:p>
          <a:p>
            <a:r>
              <a:rPr lang="es-PE" sz="1400" dirty="0"/>
              <a:t>Longitud: -76.994984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3952536" y="3780075"/>
            <a:ext cx="14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RECEPTOR</a:t>
            </a:r>
            <a:endParaRPr lang="es-PE" b="1" dirty="0">
              <a:solidFill>
                <a:srgbClr val="00B050"/>
              </a:solidFill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1478056" y="5071411"/>
            <a:ext cx="3716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Receptor GPS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Transmisor GSM/GPRS</a:t>
            </a:r>
            <a:endParaRPr lang="es-PE" sz="2400" dirty="0"/>
          </a:p>
        </p:txBody>
      </p:sp>
      <p:sp>
        <p:nvSpPr>
          <p:cNvPr id="28" name="CuadroTexto 27"/>
          <p:cNvSpPr txBox="1"/>
          <p:nvPr/>
        </p:nvSpPr>
        <p:spPr>
          <a:xfrm>
            <a:off x="7340489" y="3780075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TRANSMISOR</a:t>
            </a:r>
            <a:endParaRPr lang="es-PE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019109" y="1564887"/>
            <a:ext cx="2677373" cy="2562426"/>
          </a:xfrm>
          <a:prstGeom prst="rect">
            <a:avLst/>
          </a:prstGeom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804703" y="2040412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370615" y="1795725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559040" y="4435806"/>
            <a:ext cx="2076052" cy="1726193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355275" y="4430824"/>
            <a:ext cx="0" cy="173615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774022" y="4493213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Empleo de una CAMARA IR serial</a:t>
            </a:r>
          </a:p>
          <a:p>
            <a:r>
              <a:rPr lang="es-PE" dirty="0" smtClean="0"/>
              <a:t>Conexión de un Sensor magnético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24735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</a:t>
            </a:r>
            <a:r>
              <a:rPr lang="es-PE" sz="2400" dirty="0" smtClean="0"/>
              <a:t>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CAMARA IR y sensor magnético</a:t>
            </a:r>
            <a:endParaRPr lang="es-PE" sz="2400" dirty="0" smtClean="0"/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341241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2551</TotalTime>
  <Words>298</Words>
  <Application>Microsoft Office PowerPoint</Application>
  <PresentationFormat>Panorámica</PresentationFormat>
  <Paragraphs>102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Arial</vt:lpstr>
      <vt:lpstr>Helvetica</vt:lpstr>
      <vt:lpstr>Wingdings</vt:lpstr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moniyabel</cp:lastModifiedBy>
  <cp:revision>93</cp:revision>
  <dcterms:created xsi:type="dcterms:W3CDTF">2015-11-22T04:05:58Z</dcterms:created>
  <dcterms:modified xsi:type="dcterms:W3CDTF">2015-12-04T05:10:07Z</dcterms:modified>
</cp:coreProperties>
</file>